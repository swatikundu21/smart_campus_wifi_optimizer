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81"/>
  </p:normalViewPr>
  <p:slideViewPr>
    <p:cSldViewPr snapToGrid="0" snapToObjects="1">
      <p:cViewPr varScale="1">
        <p:scale>
          <a:sx n="149" d="100"/>
          <a:sy n="149" d="100"/>
        </p:scale>
        <p:origin x="33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37478-CF85-4EDA-AEBE-0454857E1E3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5822B56-D0D7-4D46-8EA9-F403F77776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Optimize Wi-Fi router placement across a smart campus</a:t>
          </a:r>
        </a:p>
      </dgm:t>
    </dgm:pt>
    <dgm:pt modelId="{A99F07B9-88C0-462B-9330-5B25478EB1E9}" type="parTrans" cxnId="{E11DE1C4-5E5E-4717-91A7-3DEB4B636775}">
      <dgm:prSet/>
      <dgm:spPr/>
      <dgm:t>
        <a:bodyPr/>
        <a:lstStyle/>
        <a:p>
          <a:endParaRPr lang="en-US"/>
        </a:p>
      </dgm:t>
    </dgm:pt>
    <dgm:pt modelId="{E756F109-44CD-4AD6-ACDB-85F12C633AFB}" type="sibTrans" cxnId="{E11DE1C4-5E5E-4717-91A7-3DEB4B63677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C2EB024-372C-4389-A296-459853804B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Stay within a fixed budget</a:t>
          </a:r>
        </a:p>
      </dgm:t>
    </dgm:pt>
    <dgm:pt modelId="{AF18DB42-D5CD-4BA8-A7C9-12341EC602AA}" type="parTrans" cxnId="{F4E7A86A-AECB-429D-9463-C9A006F41F7B}">
      <dgm:prSet/>
      <dgm:spPr/>
      <dgm:t>
        <a:bodyPr/>
        <a:lstStyle/>
        <a:p>
          <a:endParaRPr lang="en-US"/>
        </a:p>
      </dgm:t>
    </dgm:pt>
    <dgm:pt modelId="{5F4A85CE-E21B-4C48-8320-C55D92113972}" type="sibTrans" cxnId="{F4E7A86A-AECB-429D-9463-C9A006F41F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CC3053-8B78-4EF5-9725-C3775B1C94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Maintain maximum coverage, signal strength, and network efficiency</a:t>
          </a:r>
        </a:p>
      </dgm:t>
    </dgm:pt>
    <dgm:pt modelId="{82AD0964-6EBB-4F48-98E7-B0AE33A60912}" type="parTrans" cxnId="{F13AC1D7-A88E-4F1D-812E-FA9CE08858BB}">
      <dgm:prSet/>
      <dgm:spPr/>
      <dgm:t>
        <a:bodyPr/>
        <a:lstStyle/>
        <a:p>
          <a:endParaRPr lang="en-US"/>
        </a:p>
      </dgm:t>
    </dgm:pt>
    <dgm:pt modelId="{715FD20E-6E96-4C51-8687-B509C7C51E02}" type="sibTrans" cxnId="{F13AC1D7-A88E-4F1D-812E-FA9CE08858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7AB5DC-8748-40D9-8F9C-C1BFF3E28F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Minimize total cable distance between routers</a:t>
          </a:r>
        </a:p>
      </dgm:t>
    </dgm:pt>
    <dgm:pt modelId="{E2F82076-CC2A-445B-9FFB-9C31B61DBC1F}" type="parTrans" cxnId="{25DC6127-50D7-43CF-94B5-08E32BC875C6}">
      <dgm:prSet/>
      <dgm:spPr/>
      <dgm:t>
        <a:bodyPr/>
        <a:lstStyle/>
        <a:p>
          <a:endParaRPr lang="en-US"/>
        </a:p>
      </dgm:t>
    </dgm:pt>
    <dgm:pt modelId="{52587E9A-A719-4361-B0E4-7292547D0C8F}" type="sibTrans" cxnId="{25DC6127-50D7-43CF-94B5-08E32BC875C6}">
      <dgm:prSet/>
      <dgm:spPr/>
      <dgm:t>
        <a:bodyPr/>
        <a:lstStyle/>
        <a:p>
          <a:endParaRPr lang="en-US"/>
        </a:p>
      </dgm:t>
    </dgm:pt>
    <dgm:pt modelId="{CDDFF44F-6C06-4019-8987-75C4E56D54E5}" type="pres">
      <dgm:prSet presAssocID="{12D37478-CF85-4EDA-AEBE-0454857E1E3B}" presName="root" presStyleCnt="0">
        <dgm:presLayoutVars>
          <dgm:dir/>
          <dgm:resizeHandles val="exact"/>
        </dgm:presLayoutVars>
      </dgm:prSet>
      <dgm:spPr/>
    </dgm:pt>
    <dgm:pt modelId="{95F51895-46A7-48F0-90C8-85DB6B0CEC5D}" type="pres">
      <dgm:prSet presAssocID="{12D37478-CF85-4EDA-AEBE-0454857E1E3B}" presName="container" presStyleCnt="0">
        <dgm:presLayoutVars>
          <dgm:dir/>
          <dgm:resizeHandles val="exact"/>
        </dgm:presLayoutVars>
      </dgm:prSet>
      <dgm:spPr/>
    </dgm:pt>
    <dgm:pt modelId="{570FBD80-0149-4AF6-9117-FF2B279399D4}" type="pres">
      <dgm:prSet presAssocID="{75822B56-D0D7-4D46-8EA9-F403F777760F}" presName="compNode" presStyleCnt="0"/>
      <dgm:spPr/>
    </dgm:pt>
    <dgm:pt modelId="{DB64A4C2-13F1-4866-AA66-7D21C67106A9}" type="pres">
      <dgm:prSet presAssocID="{75822B56-D0D7-4D46-8EA9-F403F777760F}" presName="iconBgRect" presStyleLbl="bgShp" presStyleIdx="0" presStyleCnt="4"/>
      <dgm:spPr/>
    </dgm:pt>
    <dgm:pt modelId="{90D9858C-C5E8-4B93-AF5C-7360FC9EE2D3}" type="pres">
      <dgm:prSet presAssocID="{75822B56-D0D7-4D46-8EA9-F403F777760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F0AADB07-AA3B-4440-B060-A2D7E391D8DF}" type="pres">
      <dgm:prSet presAssocID="{75822B56-D0D7-4D46-8EA9-F403F777760F}" presName="spaceRect" presStyleCnt="0"/>
      <dgm:spPr/>
    </dgm:pt>
    <dgm:pt modelId="{E2FEB9EA-2674-45C9-A982-3C9C1D38C262}" type="pres">
      <dgm:prSet presAssocID="{75822B56-D0D7-4D46-8EA9-F403F777760F}" presName="textRect" presStyleLbl="revTx" presStyleIdx="0" presStyleCnt="4">
        <dgm:presLayoutVars>
          <dgm:chMax val="1"/>
          <dgm:chPref val="1"/>
        </dgm:presLayoutVars>
      </dgm:prSet>
      <dgm:spPr/>
    </dgm:pt>
    <dgm:pt modelId="{5A0BCB4E-A22C-4925-812A-6FA969052E34}" type="pres">
      <dgm:prSet presAssocID="{E756F109-44CD-4AD6-ACDB-85F12C633AFB}" presName="sibTrans" presStyleLbl="sibTrans2D1" presStyleIdx="0" presStyleCnt="0"/>
      <dgm:spPr/>
    </dgm:pt>
    <dgm:pt modelId="{1BFED317-AE29-4819-AE68-8212E670857B}" type="pres">
      <dgm:prSet presAssocID="{FC2EB024-372C-4389-A296-459853804BB9}" presName="compNode" presStyleCnt="0"/>
      <dgm:spPr/>
    </dgm:pt>
    <dgm:pt modelId="{1883E417-5B34-4653-B4E2-C021DD23BC70}" type="pres">
      <dgm:prSet presAssocID="{FC2EB024-372C-4389-A296-459853804BB9}" presName="iconBgRect" presStyleLbl="bgShp" presStyleIdx="1" presStyleCnt="4"/>
      <dgm:spPr/>
    </dgm:pt>
    <dgm:pt modelId="{5317C6A7-3339-4321-A339-A43CE52CD3B6}" type="pres">
      <dgm:prSet presAssocID="{FC2EB024-372C-4389-A296-459853804B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8552C6B-ACF6-4E01-B1CF-82F7B8723F59}" type="pres">
      <dgm:prSet presAssocID="{FC2EB024-372C-4389-A296-459853804BB9}" presName="spaceRect" presStyleCnt="0"/>
      <dgm:spPr/>
    </dgm:pt>
    <dgm:pt modelId="{F57BAEC6-B05A-4F85-B37C-A34BD4C6D579}" type="pres">
      <dgm:prSet presAssocID="{FC2EB024-372C-4389-A296-459853804BB9}" presName="textRect" presStyleLbl="revTx" presStyleIdx="1" presStyleCnt="4">
        <dgm:presLayoutVars>
          <dgm:chMax val="1"/>
          <dgm:chPref val="1"/>
        </dgm:presLayoutVars>
      </dgm:prSet>
      <dgm:spPr/>
    </dgm:pt>
    <dgm:pt modelId="{E3EB543F-4C2C-48ED-A22F-982CE2015012}" type="pres">
      <dgm:prSet presAssocID="{5F4A85CE-E21B-4C48-8320-C55D92113972}" presName="sibTrans" presStyleLbl="sibTrans2D1" presStyleIdx="0" presStyleCnt="0"/>
      <dgm:spPr/>
    </dgm:pt>
    <dgm:pt modelId="{A5D9D5F9-D2E5-48F1-A830-1C6D664145AC}" type="pres">
      <dgm:prSet presAssocID="{9CCC3053-8B78-4EF5-9725-C3775B1C9474}" presName="compNode" presStyleCnt="0"/>
      <dgm:spPr/>
    </dgm:pt>
    <dgm:pt modelId="{ABA8C3EE-84A0-44A2-B608-CFC04845E6F6}" type="pres">
      <dgm:prSet presAssocID="{9CCC3053-8B78-4EF5-9725-C3775B1C9474}" presName="iconBgRect" presStyleLbl="bgShp" presStyleIdx="2" presStyleCnt="4"/>
      <dgm:spPr/>
    </dgm:pt>
    <dgm:pt modelId="{BF147D57-D17F-4E24-9BFF-638B386087B8}" type="pres">
      <dgm:prSet presAssocID="{9CCC3053-8B78-4EF5-9725-C3775B1C947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20F776AA-2C5B-4790-B432-78AE13EFBF98}" type="pres">
      <dgm:prSet presAssocID="{9CCC3053-8B78-4EF5-9725-C3775B1C9474}" presName="spaceRect" presStyleCnt="0"/>
      <dgm:spPr/>
    </dgm:pt>
    <dgm:pt modelId="{34D97BA8-EE78-4BF5-BD5E-80663D2095C4}" type="pres">
      <dgm:prSet presAssocID="{9CCC3053-8B78-4EF5-9725-C3775B1C9474}" presName="textRect" presStyleLbl="revTx" presStyleIdx="2" presStyleCnt="4">
        <dgm:presLayoutVars>
          <dgm:chMax val="1"/>
          <dgm:chPref val="1"/>
        </dgm:presLayoutVars>
      </dgm:prSet>
      <dgm:spPr/>
    </dgm:pt>
    <dgm:pt modelId="{C49E0DBE-73A0-4F91-BD7C-C1434BA7DFED}" type="pres">
      <dgm:prSet presAssocID="{715FD20E-6E96-4C51-8687-B509C7C51E02}" presName="sibTrans" presStyleLbl="sibTrans2D1" presStyleIdx="0" presStyleCnt="0"/>
      <dgm:spPr/>
    </dgm:pt>
    <dgm:pt modelId="{53534946-74C8-4FF8-9624-B1FC6911C72D}" type="pres">
      <dgm:prSet presAssocID="{777AB5DC-8748-40D9-8F9C-C1BFF3E28F87}" presName="compNode" presStyleCnt="0"/>
      <dgm:spPr/>
    </dgm:pt>
    <dgm:pt modelId="{5B1543C5-E9AD-4AB8-A93B-EACA0E9B0656}" type="pres">
      <dgm:prSet presAssocID="{777AB5DC-8748-40D9-8F9C-C1BFF3E28F87}" presName="iconBgRect" presStyleLbl="bgShp" presStyleIdx="3" presStyleCnt="4"/>
      <dgm:spPr/>
    </dgm:pt>
    <dgm:pt modelId="{E1F18EE4-AC85-4012-B0A1-C102562FF4FC}" type="pres">
      <dgm:prSet presAssocID="{777AB5DC-8748-40D9-8F9C-C1BFF3E28F8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D52B2BF9-5BF4-4FAD-8793-E8171C1FF29F}" type="pres">
      <dgm:prSet presAssocID="{777AB5DC-8748-40D9-8F9C-C1BFF3E28F87}" presName="spaceRect" presStyleCnt="0"/>
      <dgm:spPr/>
    </dgm:pt>
    <dgm:pt modelId="{1F81C75C-CBA6-4EFB-A651-B52A8314CA0F}" type="pres">
      <dgm:prSet presAssocID="{777AB5DC-8748-40D9-8F9C-C1BFF3E28F8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C170D09-9B19-FB48-8D75-B03A1ABD2593}" type="presOf" srcId="{5F4A85CE-E21B-4C48-8320-C55D92113972}" destId="{E3EB543F-4C2C-48ED-A22F-982CE2015012}" srcOrd="0" destOrd="0" presId="urn:microsoft.com/office/officeart/2018/2/layout/IconCircleList"/>
    <dgm:cxn modelId="{CC6B530D-A8A9-8048-A843-8A086C2AAC17}" type="presOf" srcId="{9CCC3053-8B78-4EF5-9725-C3775B1C9474}" destId="{34D97BA8-EE78-4BF5-BD5E-80663D2095C4}" srcOrd="0" destOrd="0" presId="urn:microsoft.com/office/officeart/2018/2/layout/IconCircleList"/>
    <dgm:cxn modelId="{25DC6127-50D7-43CF-94B5-08E32BC875C6}" srcId="{12D37478-CF85-4EDA-AEBE-0454857E1E3B}" destId="{777AB5DC-8748-40D9-8F9C-C1BFF3E28F87}" srcOrd="3" destOrd="0" parTransId="{E2F82076-CC2A-445B-9FFB-9C31B61DBC1F}" sibTransId="{52587E9A-A719-4361-B0E4-7292547D0C8F}"/>
    <dgm:cxn modelId="{F4E7A86A-AECB-429D-9463-C9A006F41F7B}" srcId="{12D37478-CF85-4EDA-AEBE-0454857E1E3B}" destId="{FC2EB024-372C-4389-A296-459853804BB9}" srcOrd="1" destOrd="0" parTransId="{AF18DB42-D5CD-4BA8-A7C9-12341EC602AA}" sibTransId="{5F4A85CE-E21B-4C48-8320-C55D92113972}"/>
    <dgm:cxn modelId="{77AA4D6F-8CEF-0246-A1E5-4E8168526E7A}" type="presOf" srcId="{777AB5DC-8748-40D9-8F9C-C1BFF3E28F87}" destId="{1F81C75C-CBA6-4EFB-A651-B52A8314CA0F}" srcOrd="0" destOrd="0" presId="urn:microsoft.com/office/officeart/2018/2/layout/IconCircleList"/>
    <dgm:cxn modelId="{1ABBEA9C-C101-7948-ADF6-6EDDF329FA5D}" type="presOf" srcId="{E756F109-44CD-4AD6-ACDB-85F12C633AFB}" destId="{5A0BCB4E-A22C-4925-812A-6FA969052E34}" srcOrd="0" destOrd="0" presId="urn:microsoft.com/office/officeart/2018/2/layout/IconCircleList"/>
    <dgm:cxn modelId="{E11DE1C4-5E5E-4717-91A7-3DEB4B636775}" srcId="{12D37478-CF85-4EDA-AEBE-0454857E1E3B}" destId="{75822B56-D0D7-4D46-8EA9-F403F777760F}" srcOrd="0" destOrd="0" parTransId="{A99F07B9-88C0-462B-9330-5B25478EB1E9}" sibTransId="{E756F109-44CD-4AD6-ACDB-85F12C633AFB}"/>
    <dgm:cxn modelId="{F13AC1D7-A88E-4F1D-812E-FA9CE08858BB}" srcId="{12D37478-CF85-4EDA-AEBE-0454857E1E3B}" destId="{9CCC3053-8B78-4EF5-9725-C3775B1C9474}" srcOrd="2" destOrd="0" parTransId="{82AD0964-6EBB-4F48-98E7-B0AE33A60912}" sibTransId="{715FD20E-6E96-4C51-8687-B509C7C51E02}"/>
    <dgm:cxn modelId="{0A35BFDB-1FBC-A541-ABB7-3D171B99C153}" type="presOf" srcId="{715FD20E-6E96-4C51-8687-B509C7C51E02}" destId="{C49E0DBE-73A0-4F91-BD7C-C1434BA7DFED}" srcOrd="0" destOrd="0" presId="urn:microsoft.com/office/officeart/2018/2/layout/IconCircleList"/>
    <dgm:cxn modelId="{1F5392DF-8DEC-7A42-B0BA-3B964B741CD9}" type="presOf" srcId="{FC2EB024-372C-4389-A296-459853804BB9}" destId="{F57BAEC6-B05A-4F85-B37C-A34BD4C6D579}" srcOrd="0" destOrd="0" presId="urn:microsoft.com/office/officeart/2018/2/layout/IconCircleList"/>
    <dgm:cxn modelId="{D9558DE6-9E0F-BC40-BD83-6C666FCA95E0}" type="presOf" srcId="{75822B56-D0D7-4D46-8EA9-F403F777760F}" destId="{E2FEB9EA-2674-45C9-A982-3C9C1D38C262}" srcOrd="0" destOrd="0" presId="urn:microsoft.com/office/officeart/2018/2/layout/IconCircleList"/>
    <dgm:cxn modelId="{BA808DEE-4A89-E44F-A5E5-7EC8CC7ECE20}" type="presOf" srcId="{12D37478-CF85-4EDA-AEBE-0454857E1E3B}" destId="{CDDFF44F-6C06-4019-8987-75C4E56D54E5}" srcOrd="0" destOrd="0" presId="urn:microsoft.com/office/officeart/2018/2/layout/IconCircleList"/>
    <dgm:cxn modelId="{68274C00-930A-244B-98D9-81CDB190F3B8}" type="presParOf" srcId="{CDDFF44F-6C06-4019-8987-75C4E56D54E5}" destId="{95F51895-46A7-48F0-90C8-85DB6B0CEC5D}" srcOrd="0" destOrd="0" presId="urn:microsoft.com/office/officeart/2018/2/layout/IconCircleList"/>
    <dgm:cxn modelId="{54A3E30F-D9E1-FA44-B81F-F1968B39F9D0}" type="presParOf" srcId="{95F51895-46A7-48F0-90C8-85DB6B0CEC5D}" destId="{570FBD80-0149-4AF6-9117-FF2B279399D4}" srcOrd="0" destOrd="0" presId="urn:microsoft.com/office/officeart/2018/2/layout/IconCircleList"/>
    <dgm:cxn modelId="{AD651677-EA21-4E48-9C27-70C753A5C827}" type="presParOf" srcId="{570FBD80-0149-4AF6-9117-FF2B279399D4}" destId="{DB64A4C2-13F1-4866-AA66-7D21C67106A9}" srcOrd="0" destOrd="0" presId="urn:microsoft.com/office/officeart/2018/2/layout/IconCircleList"/>
    <dgm:cxn modelId="{5172A73F-21BA-8442-8D6D-36775CBFB990}" type="presParOf" srcId="{570FBD80-0149-4AF6-9117-FF2B279399D4}" destId="{90D9858C-C5E8-4B93-AF5C-7360FC9EE2D3}" srcOrd="1" destOrd="0" presId="urn:microsoft.com/office/officeart/2018/2/layout/IconCircleList"/>
    <dgm:cxn modelId="{037CCFFA-C899-D447-9DD0-1CB6E690635F}" type="presParOf" srcId="{570FBD80-0149-4AF6-9117-FF2B279399D4}" destId="{F0AADB07-AA3B-4440-B060-A2D7E391D8DF}" srcOrd="2" destOrd="0" presId="urn:microsoft.com/office/officeart/2018/2/layout/IconCircleList"/>
    <dgm:cxn modelId="{90BA711B-C092-2C4E-938E-6336FBC85087}" type="presParOf" srcId="{570FBD80-0149-4AF6-9117-FF2B279399D4}" destId="{E2FEB9EA-2674-45C9-A982-3C9C1D38C262}" srcOrd="3" destOrd="0" presId="urn:microsoft.com/office/officeart/2018/2/layout/IconCircleList"/>
    <dgm:cxn modelId="{63968295-849C-8E46-9546-902D9A41C980}" type="presParOf" srcId="{95F51895-46A7-48F0-90C8-85DB6B0CEC5D}" destId="{5A0BCB4E-A22C-4925-812A-6FA969052E34}" srcOrd="1" destOrd="0" presId="urn:microsoft.com/office/officeart/2018/2/layout/IconCircleList"/>
    <dgm:cxn modelId="{E1432738-C8FE-024E-8C09-B351BB450F89}" type="presParOf" srcId="{95F51895-46A7-48F0-90C8-85DB6B0CEC5D}" destId="{1BFED317-AE29-4819-AE68-8212E670857B}" srcOrd="2" destOrd="0" presId="urn:microsoft.com/office/officeart/2018/2/layout/IconCircleList"/>
    <dgm:cxn modelId="{AFE52378-B321-204C-99E8-93B222F984E0}" type="presParOf" srcId="{1BFED317-AE29-4819-AE68-8212E670857B}" destId="{1883E417-5B34-4653-B4E2-C021DD23BC70}" srcOrd="0" destOrd="0" presId="urn:microsoft.com/office/officeart/2018/2/layout/IconCircleList"/>
    <dgm:cxn modelId="{2CEB8F63-F462-FF4B-BF57-8A6448C9FDC1}" type="presParOf" srcId="{1BFED317-AE29-4819-AE68-8212E670857B}" destId="{5317C6A7-3339-4321-A339-A43CE52CD3B6}" srcOrd="1" destOrd="0" presId="urn:microsoft.com/office/officeart/2018/2/layout/IconCircleList"/>
    <dgm:cxn modelId="{5E003D5F-8A98-9C44-B27F-00507C1D2B54}" type="presParOf" srcId="{1BFED317-AE29-4819-AE68-8212E670857B}" destId="{18552C6B-ACF6-4E01-B1CF-82F7B8723F59}" srcOrd="2" destOrd="0" presId="urn:microsoft.com/office/officeart/2018/2/layout/IconCircleList"/>
    <dgm:cxn modelId="{83E26F5E-D743-0941-8916-7A103F3FF0F2}" type="presParOf" srcId="{1BFED317-AE29-4819-AE68-8212E670857B}" destId="{F57BAEC6-B05A-4F85-B37C-A34BD4C6D579}" srcOrd="3" destOrd="0" presId="urn:microsoft.com/office/officeart/2018/2/layout/IconCircleList"/>
    <dgm:cxn modelId="{12D76FFD-0636-5B45-8B13-4CFC3DBA28CE}" type="presParOf" srcId="{95F51895-46A7-48F0-90C8-85DB6B0CEC5D}" destId="{E3EB543F-4C2C-48ED-A22F-982CE2015012}" srcOrd="3" destOrd="0" presId="urn:microsoft.com/office/officeart/2018/2/layout/IconCircleList"/>
    <dgm:cxn modelId="{09985164-5E7F-774D-8D93-1C4B0A7F16C2}" type="presParOf" srcId="{95F51895-46A7-48F0-90C8-85DB6B0CEC5D}" destId="{A5D9D5F9-D2E5-48F1-A830-1C6D664145AC}" srcOrd="4" destOrd="0" presId="urn:microsoft.com/office/officeart/2018/2/layout/IconCircleList"/>
    <dgm:cxn modelId="{DB37C51C-E4B7-9F47-8A6C-D0E7A6707777}" type="presParOf" srcId="{A5D9D5F9-D2E5-48F1-A830-1C6D664145AC}" destId="{ABA8C3EE-84A0-44A2-B608-CFC04845E6F6}" srcOrd="0" destOrd="0" presId="urn:microsoft.com/office/officeart/2018/2/layout/IconCircleList"/>
    <dgm:cxn modelId="{6F32DC76-4F6B-664C-AF4D-F594B6A5F0B2}" type="presParOf" srcId="{A5D9D5F9-D2E5-48F1-A830-1C6D664145AC}" destId="{BF147D57-D17F-4E24-9BFF-638B386087B8}" srcOrd="1" destOrd="0" presId="urn:microsoft.com/office/officeart/2018/2/layout/IconCircleList"/>
    <dgm:cxn modelId="{2E159E32-BB28-1644-8DE2-DE1EF75D56A8}" type="presParOf" srcId="{A5D9D5F9-D2E5-48F1-A830-1C6D664145AC}" destId="{20F776AA-2C5B-4790-B432-78AE13EFBF98}" srcOrd="2" destOrd="0" presId="urn:microsoft.com/office/officeart/2018/2/layout/IconCircleList"/>
    <dgm:cxn modelId="{37104AB4-3223-884D-954E-5D37CEC8E39B}" type="presParOf" srcId="{A5D9D5F9-D2E5-48F1-A830-1C6D664145AC}" destId="{34D97BA8-EE78-4BF5-BD5E-80663D2095C4}" srcOrd="3" destOrd="0" presId="urn:microsoft.com/office/officeart/2018/2/layout/IconCircleList"/>
    <dgm:cxn modelId="{4D65B94D-0D18-8B48-B57B-9BEA63E26235}" type="presParOf" srcId="{95F51895-46A7-48F0-90C8-85DB6B0CEC5D}" destId="{C49E0DBE-73A0-4F91-BD7C-C1434BA7DFED}" srcOrd="5" destOrd="0" presId="urn:microsoft.com/office/officeart/2018/2/layout/IconCircleList"/>
    <dgm:cxn modelId="{7BEDD20F-8FD1-2F40-AFCE-558DF90A789D}" type="presParOf" srcId="{95F51895-46A7-48F0-90C8-85DB6B0CEC5D}" destId="{53534946-74C8-4FF8-9624-B1FC6911C72D}" srcOrd="6" destOrd="0" presId="urn:microsoft.com/office/officeart/2018/2/layout/IconCircleList"/>
    <dgm:cxn modelId="{D9105634-46D4-6F4F-B434-DE8E478188E9}" type="presParOf" srcId="{53534946-74C8-4FF8-9624-B1FC6911C72D}" destId="{5B1543C5-E9AD-4AB8-A93B-EACA0E9B0656}" srcOrd="0" destOrd="0" presId="urn:microsoft.com/office/officeart/2018/2/layout/IconCircleList"/>
    <dgm:cxn modelId="{50536920-FFB0-AC42-8CAD-C5456E126249}" type="presParOf" srcId="{53534946-74C8-4FF8-9624-B1FC6911C72D}" destId="{E1F18EE4-AC85-4012-B0A1-C102562FF4FC}" srcOrd="1" destOrd="0" presId="urn:microsoft.com/office/officeart/2018/2/layout/IconCircleList"/>
    <dgm:cxn modelId="{A2258C54-CA27-1E4C-8013-B9F64F6ED612}" type="presParOf" srcId="{53534946-74C8-4FF8-9624-B1FC6911C72D}" destId="{D52B2BF9-5BF4-4FAD-8793-E8171C1FF29F}" srcOrd="2" destOrd="0" presId="urn:microsoft.com/office/officeart/2018/2/layout/IconCircleList"/>
    <dgm:cxn modelId="{9C499B2C-D946-5447-82ED-F012F7EA0529}" type="presParOf" srcId="{53534946-74C8-4FF8-9624-B1FC6911C72D}" destId="{1F81C75C-CBA6-4EFB-A651-B52A8314CA0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DBB311-4A73-4A5B-A818-E3465AF3FBB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9F982AF-6359-4740-AD1E-B1F9BE4A6A42}">
      <dgm:prSet/>
      <dgm:spPr/>
      <dgm:t>
        <a:bodyPr/>
        <a:lstStyle/>
        <a:p>
          <a:r>
            <a:rPr lang="en-US"/>
            <a:t>Sorting Algorithm – Ranks access-point locations by score (signal + capacity + users – cost)</a:t>
          </a:r>
        </a:p>
      </dgm:t>
    </dgm:pt>
    <dgm:pt modelId="{86F6B0EE-D77D-4489-82E7-6FBAB2C61004}" type="parTrans" cxnId="{A0DFC802-973E-449E-B284-9F35166F442B}">
      <dgm:prSet/>
      <dgm:spPr/>
      <dgm:t>
        <a:bodyPr/>
        <a:lstStyle/>
        <a:p>
          <a:endParaRPr lang="en-US"/>
        </a:p>
      </dgm:t>
    </dgm:pt>
    <dgm:pt modelId="{4CF35DED-AFFB-409C-990A-90FE866F5131}" type="sibTrans" cxnId="{A0DFC802-973E-449E-B284-9F35166F442B}">
      <dgm:prSet/>
      <dgm:spPr/>
      <dgm:t>
        <a:bodyPr/>
        <a:lstStyle/>
        <a:p>
          <a:endParaRPr lang="en-US"/>
        </a:p>
      </dgm:t>
    </dgm:pt>
    <dgm:pt modelId="{A0BA3B57-75C3-4FEA-A83C-624CE6360D2B}">
      <dgm:prSet/>
      <dgm:spPr/>
      <dgm:t>
        <a:bodyPr/>
        <a:lstStyle/>
        <a:p>
          <a:r>
            <a:rPr lang="en-US" dirty="0"/>
            <a:t>Knapsack Algorithm – Selects routers under the budget to maximize overall network score</a:t>
          </a:r>
        </a:p>
      </dgm:t>
    </dgm:pt>
    <dgm:pt modelId="{38CBF23B-8F4E-4293-BE42-D4C1D175F502}" type="parTrans" cxnId="{C5802D34-14A8-4B7D-8A39-32FA70BB1BD9}">
      <dgm:prSet/>
      <dgm:spPr/>
      <dgm:t>
        <a:bodyPr/>
        <a:lstStyle/>
        <a:p>
          <a:endParaRPr lang="en-US"/>
        </a:p>
      </dgm:t>
    </dgm:pt>
    <dgm:pt modelId="{3D11BB5C-82BF-4F8C-B1E9-0372E5EC606E}" type="sibTrans" cxnId="{C5802D34-14A8-4B7D-8A39-32FA70BB1BD9}">
      <dgm:prSet/>
      <dgm:spPr/>
      <dgm:t>
        <a:bodyPr/>
        <a:lstStyle/>
        <a:p>
          <a:endParaRPr lang="en-US"/>
        </a:p>
      </dgm:t>
    </dgm:pt>
    <dgm:pt modelId="{BC064D82-AA03-4EAE-8FBE-475594ADE299}">
      <dgm:prSet/>
      <dgm:spPr/>
      <dgm:t>
        <a:bodyPr/>
        <a:lstStyle/>
        <a:p>
          <a:r>
            <a:rPr lang="en-US"/>
            <a:t>Minimum Spanning Tree (MST) – Connects chosen routers using the shortest total cable length</a:t>
          </a:r>
        </a:p>
      </dgm:t>
    </dgm:pt>
    <dgm:pt modelId="{D18178A5-CCD6-4487-949A-2C6FAA9C41FB}" type="parTrans" cxnId="{439597F8-2DAC-41BC-8C98-866344A44895}">
      <dgm:prSet/>
      <dgm:spPr/>
      <dgm:t>
        <a:bodyPr/>
        <a:lstStyle/>
        <a:p>
          <a:endParaRPr lang="en-US"/>
        </a:p>
      </dgm:t>
    </dgm:pt>
    <dgm:pt modelId="{E8CEA699-9F1B-4A99-BC07-B181D71AA7AE}" type="sibTrans" cxnId="{439597F8-2DAC-41BC-8C98-866344A44895}">
      <dgm:prSet/>
      <dgm:spPr/>
      <dgm:t>
        <a:bodyPr/>
        <a:lstStyle/>
        <a:p>
          <a:endParaRPr lang="en-US"/>
        </a:p>
      </dgm:t>
    </dgm:pt>
    <dgm:pt modelId="{A8CB7738-D8FF-3C45-A3B3-475AB68E5181}" type="pres">
      <dgm:prSet presAssocID="{62DBB311-4A73-4A5B-A818-E3465AF3FBB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0AC41A4-5A0A-3D41-A4CC-6C12E28D91F5}" type="pres">
      <dgm:prSet presAssocID="{A9F982AF-6359-4740-AD1E-B1F9BE4A6A42}" presName="hierRoot1" presStyleCnt="0"/>
      <dgm:spPr/>
    </dgm:pt>
    <dgm:pt modelId="{8BC64936-5DC4-774A-AB79-0C89F2074885}" type="pres">
      <dgm:prSet presAssocID="{A9F982AF-6359-4740-AD1E-B1F9BE4A6A42}" presName="composite" presStyleCnt="0"/>
      <dgm:spPr/>
    </dgm:pt>
    <dgm:pt modelId="{187FDC94-D460-8E48-9F27-B2D613591602}" type="pres">
      <dgm:prSet presAssocID="{A9F982AF-6359-4740-AD1E-B1F9BE4A6A42}" presName="background" presStyleLbl="node0" presStyleIdx="0" presStyleCnt="3"/>
      <dgm:spPr/>
    </dgm:pt>
    <dgm:pt modelId="{7D9343AC-9AC5-8641-A475-E9810610044E}" type="pres">
      <dgm:prSet presAssocID="{A9F982AF-6359-4740-AD1E-B1F9BE4A6A42}" presName="text" presStyleLbl="fgAcc0" presStyleIdx="0" presStyleCnt="3">
        <dgm:presLayoutVars>
          <dgm:chPref val="3"/>
        </dgm:presLayoutVars>
      </dgm:prSet>
      <dgm:spPr/>
    </dgm:pt>
    <dgm:pt modelId="{8AB4A057-4479-0641-8528-5CE75604D607}" type="pres">
      <dgm:prSet presAssocID="{A9F982AF-6359-4740-AD1E-B1F9BE4A6A42}" presName="hierChild2" presStyleCnt="0"/>
      <dgm:spPr/>
    </dgm:pt>
    <dgm:pt modelId="{AE429527-C630-214D-B070-F36C069CFD93}" type="pres">
      <dgm:prSet presAssocID="{A0BA3B57-75C3-4FEA-A83C-624CE6360D2B}" presName="hierRoot1" presStyleCnt="0"/>
      <dgm:spPr/>
    </dgm:pt>
    <dgm:pt modelId="{07630974-C656-B443-AD14-408F2F76C3CD}" type="pres">
      <dgm:prSet presAssocID="{A0BA3B57-75C3-4FEA-A83C-624CE6360D2B}" presName="composite" presStyleCnt="0"/>
      <dgm:spPr/>
    </dgm:pt>
    <dgm:pt modelId="{64E4649F-E07A-F741-AE67-B4F56CD03674}" type="pres">
      <dgm:prSet presAssocID="{A0BA3B57-75C3-4FEA-A83C-624CE6360D2B}" presName="background" presStyleLbl="node0" presStyleIdx="1" presStyleCnt="3"/>
      <dgm:spPr/>
    </dgm:pt>
    <dgm:pt modelId="{B0663D6D-3201-904E-A204-3B223A449C22}" type="pres">
      <dgm:prSet presAssocID="{A0BA3B57-75C3-4FEA-A83C-624CE6360D2B}" presName="text" presStyleLbl="fgAcc0" presStyleIdx="1" presStyleCnt="3">
        <dgm:presLayoutVars>
          <dgm:chPref val="3"/>
        </dgm:presLayoutVars>
      </dgm:prSet>
      <dgm:spPr/>
    </dgm:pt>
    <dgm:pt modelId="{3FBB1DBD-437E-7443-B154-05B5C0CAEC22}" type="pres">
      <dgm:prSet presAssocID="{A0BA3B57-75C3-4FEA-A83C-624CE6360D2B}" presName="hierChild2" presStyleCnt="0"/>
      <dgm:spPr/>
    </dgm:pt>
    <dgm:pt modelId="{E10FB1E5-67AC-1E4A-A88D-2D6D96F2D5E1}" type="pres">
      <dgm:prSet presAssocID="{BC064D82-AA03-4EAE-8FBE-475594ADE299}" presName="hierRoot1" presStyleCnt="0"/>
      <dgm:spPr/>
    </dgm:pt>
    <dgm:pt modelId="{84020DFD-5FD9-474E-B1BF-7F96E6318F65}" type="pres">
      <dgm:prSet presAssocID="{BC064D82-AA03-4EAE-8FBE-475594ADE299}" presName="composite" presStyleCnt="0"/>
      <dgm:spPr/>
    </dgm:pt>
    <dgm:pt modelId="{17E657F7-7A62-784D-8ED2-B847455E6AFD}" type="pres">
      <dgm:prSet presAssocID="{BC064D82-AA03-4EAE-8FBE-475594ADE299}" presName="background" presStyleLbl="node0" presStyleIdx="2" presStyleCnt="3"/>
      <dgm:spPr/>
    </dgm:pt>
    <dgm:pt modelId="{236FFEEC-68A5-CE4C-8CB2-43F50002497F}" type="pres">
      <dgm:prSet presAssocID="{BC064D82-AA03-4EAE-8FBE-475594ADE299}" presName="text" presStyleLbl="fgAcc0" presStyleIdx="2" presStyleCnt="3">
        <dgm:presLayoutVars>
          <dgm:chPref val="3"/>
        </dgm:presLayoutVars>
      </dgm:prSet>
      <dgm:spPr/>
    </dgm:pt>
    <dgm:pt modelId="{B4583B2A-EF56-1640-8634-75A046178385}" type="pres">
      <dgm:prSet presAssocID="{BC064D82-AA03-4EAE-8FBE-475594ADE299}" presName="hierChild2" presStyleCnt="0"/>
      <dgm:spPr/>
    </dgm:pt>
  </dgm:ptLst>
  <dgm:cxnLst>
    <dgm:cxn modelId="{A0DFC802-973E-449E-B284-9F35166F442B}" srcId="{62DBB311-4A73-4A5B-A818-E3465AF3FBB0}" destId="{A9F982AF-6359-4740-AD1E-B1F9BE4A6A42}" srcOrd="0" destOrd="0" parTransId="{86F6B0EE-D77D-4489-82E7-6FBAB2C61004}" sibTransId="{4CF35DED-AFFB-409C-990A-90FE866F5131}"/>
    <dgm:cxn modelId="{7400CD1A-BCE2-5947-978B-64053A3EF787}" type="presOf" srcId="{62DBB311-4A73-4A5B-A818-E3465AF3FBB0}" destId="{A8CB7738-D8FF-3C45-A3B3-475AB68E5181}" srcOrd="0" destOrd="0" presId="urn:microsoft.com/office/officeart/2005/8/layout/hierarchy1"/>
    <dgm:cxn modelId="{C5802D34-14A8-4B7D-8A39-32FA70BB1BD9}" srcId="{62DBB311-4A73-4A5B-A818-E3465AF3FBB0}" destId="{A0BA3B57-75C3-4FEA-A83C-624CE6360D2B}" srcOrd="1" destOrd="0" parTransId="{38CBF23B-8F4E-4293-BE42-D4C1D175F502}" sibTransId="{3D11BB5C-82BF-4F8C-B1E9-0372E5EC606E}"/>
    <dgm:cxn modelId="{52F1474C-78D6-5245-92BC-4E8E2B0DE122}" type="presOf" srcId="{A9F982AF-6359-4740-AD1E-B1F9BE4A6A42}" destId="{7D9343AC-9AC5-8641-A475-E9810610044E}" srcOrd="0" destOrd="0" presId="urn:microsoft.com/office/officeart/2005/8/layout/hierarchy1"/>
    <dgm:cxn modelId="{B3363EE4-7515-D347-9D7D-AC59F3C760BC}" type="presOf" srcId="{A0BA3B57-75C3-4FEA-A83C-624CE6360D2B}" destId="{B0663D6D-3201-904E-A204-3B223A449C22}" srcOrd="0" destOrd="0" presId="urn:microsoft.com/office/officeart/2005/8/layout/hierarchy1"/>
    <dgm:cxn modelId="{B33460EA-A155-E245-9EAD-8427FF7D1354}" type="presOf" srcId="{BC064D82-AA03-4EAE-8FBE-475594ADE299}" destId="{236FFEEC-68A5-CE4C-8CB2-43F50002497F}" srcOrd="0" destOrd="0" presId="urn:microsoft.com/office/officeart/2005/8/layout/hierarchy1"/>
    <dgm:cxn modelId="{439597F8-2DAC-41BC-8C98-866344A44895}" srcId="{62DBB311-4A73-4A5B-A818-E3465AF3FBB0}" destId="{BC064D82-AA03-4EAE-8FBE-475594ADE299}" srcOrd="2" destOrd="0" parTransId="{D18178A5-CCD6-4487-949A-2C6FAA9C41FB}" sibTransId="{E8CEA699-9F1B-4A99-BC07-B181D71AA7AE}"/>
    <dgm:cxn modelId="{D9BED6FC-9063-E643-982A-976B3E5FB7C9}" type="presParOf" srcId="{A8CB7738-D8FF-3C45-A3B3-475AB68E5181}" destId="{70AC41A4-5A0A-3D41-A4CC-6C12E28D91F5}" srcOrd="0" destOrd="0" presId="urn:microsoft.com/office/officeart/2005/8/layout/hierarchy1"/>
    <dgm:cxn modelId="{093DD201-59A1-A243-BB6F-FD6C25B45F1A}" type="presParOf" srcId="{70AC41A4-5A0A-3D41-A4CC-6C12E28D91F5}" destId="{8BC64936-5DC4-774A-AB79-0C89F2074885}" srcOrd="0" destOrd="0" presId="urn:microsoft.com/office/officeart/2005/8/layout/hierarchy1"/>
    <dgm:cxn modelId="{BF0BD152-25A8-054A-8E59-191F5F2F4C13}" type="presParOf" srcId="{8BC64936-5DC4-774A-AB79-0C89F2074885}" destId="{187FDC94-D460-8E48-9F27-B2D613591602}" srcOrd="0" destOrd="0" presId="urn:microsoft.com/office/officeart/2005/8/layout/hierarchy1"/>
    <dgm:cxn modelId="{C68F15DB-B28D-7B46-909F-1E13C1B01AF2}" type="presParOf" srcId="{8BC64936-5DC4-774A-AB79-0C89F2074885}" destId="{7D9343AC-9AC5-8641-A475-E9810610044E}" srcOrd="1" destOrd="0" presId="urn:microsoft.com/office/officeart/2005/8/layout/hierarchy1"/>
    <dgm:cxn modelId="{D1B7FEC3-9473-CC4E-9379-0E587B889661}" type="presParOf" srcId="{70AC41A4-5A0A-3D41-A4CC-6C12E28D91F5}" destId="{8AB4A057-4479-0641-8528-5CE75604D607}" srcOrd="1" destOrd="0" presId="urn:microsoft.com/office/officeart/2005/8/layout/hierarchy1"/>
    <dgm:cxn modelId="{1B2BE8A6-5070-E74E-82E5-6CED0DA43613}" type="presParOf" srcId="{A8CB7738-D8FF-3C45-A3B3-475AB68E5181}" destId="{AE429527-C630-214D-B070-F36C069CFD93}" srcOrd="1" destOrd="0" presId="urn:microsoft.com/office/officeart/2005/8/layout/hierarchy1"/>
    <dgm:cxn modelId="{94C221AF-69EC-474F-8E87-AFDB8D921391}" type="presParOf" srcId="{AE429527-C630-214D-B070-F36C069CFD93}" destId="{07630974-C656-B443-AD14-408F2F76C3CD}" srcOrd="0" destOrd="0" presId="urn:microsoft.com/office/officeart/2005/8/layout/hierarchy1"/>
    <dgm:cxn modelId="{3DA493B9-B633-134B-8AB2-78107137EE7D}" type="presParOf" srcId="{07630974-C656-B443-AD14-408F2F76C3CD}" destId="{64E4649F-E07A-F741-AE67-B4F56CD03674}" srcOrd="0" destOrd="0" presId="urn:microsoft.com/office/officeart/2005/8/layout/hierarchy1"/>
    <dgm:cxn modelId="{AE1D722D-601C-B547-BB7A-BD86A5E183AB}" type="presParOf" srcId="{07630974-C656-B443-AD14-408F2F76C3CD}" destId="{B0663D6D-3201-904E-A204-3B223A449C22}" srcOrd="1" destOrd="0" presId="urn:microsoft.com/office/officeart/2005/8/layout/hierarchy1"/>
    <dgm:cxn modelId="{8CE45F31-CFFD-4246-822E-A031F6B0839C}" type="presParOf" srcId="{AE429527-C630-214D-B070-F36C069CFD93}" destId="{3FBB1DBD-437E-7443-B154-05B5C0CAEC22}" srcOrd="1" destOrd="0" presId="urn:microsoft.com/office/officeart/2005/8/layout/hierarchy1"/>
    <dgm:cxn modelId="{CC1C0C41-9E3F-3D46-8EAF-1D02F8832EA6}" type="presParOf" srcId="{A8CB7738-D8FF-3C45-A3B3-475AB68E5181}" destId="{E10FB1E5-67AC-1E4A-A88D-2D6D96F2D5E1}" srcOrd="2" destOrd="0" presId="urn:microsoft.com/office/officeart/2005/8/layout/hierarchy1"/>
    <dgm:cxn modelId="{99998B2A-C6D5-BA4A-8B72-CE76F99CB0A5}" type="presParOf" srcId="{E10FB1E5-67AC-1E4A-A88D-2D6D96F2D5E1}" destId="{84020DFD-5FD9-474E-B1BF-7F96E6318F65}" srcOrd="0" destOrd="0" presId="urn:microsoft.com/office/officeart/2005/8/layout/hierarchy1"/>
    <dgm:cxn modelId="{3603C135-3D7F-BB4A-B4FE-F57DB7918F13}" type="presParOf" srcId="{84020DFD-5FD9-474E-B1BF-7F96E6318F65}" destId="{17E657F7-7A62-784D-8ED2-B847455E6AFD}" srcOrd="0" destOrd="0" presId="urn:microsoft.com/office/officeart/2005/8/layout/hierarchy1"/>
    <dgm:cxn modelId="{66272564-D898-5742-B122-D83C58C59445}" type="presParOf" srcId="{84020DFD-5FD9-474E-B1BF-7F96E6318F65}" destId="{236FFEEC-68A5-CE4C-8CB2-43F50002497F}" srcOrd="1" destOrd="0" presId="urn:microsoft.com/office/officeart/2005/8/layout/hierarchy1"/>
    <dgm:cxn modelId="{641BA30C-ECA4-1E40-8875-9D3FA7C35ECC}" type="presParOf" srcId="{E10FB1E5-67AC-1E4A-A88D-2D6D96F2D5E1}" destId="{B4583B2A-EF56-1640-8634-75A04617838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03A18D-0142-4C99-BDD8-D13C7E5406F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226B6A2-DFD5-48CE-A287-A9CC5DC25628}">
      <dgm:prSet/>
      <dgm:spPr/>
      <dgm:t>
        <a:bodyPr/>
        <a:lstStyle/>
        <a:p>
          <a:r>
            <a:rPr lang="en-US"/>
            <a:t>• Language: Python</a:t>
          </a:r>
        </a:p>
      </dgm:t>
    </dgm:pt>
    <dgm:pt modelId="{CB4B671F-D449-4DE4-900A-BA188D2677C8}" type="parTrans" cxnId="{69890DE5-58EB-42EF-B44F-C8196081FBA4}">
      <dgm:prSet/>
      <dgm:spPr/>
      <dgm:t>
        <a:bodyPr/>
        <a:lstStyle/>
        <a:p>
          <a:endParaRPr lang="en-US"/>
        </a:p>
      </dgm:t>
    </dgm:pt>
    <dgm:pt modelId="{23710A43-D2EC-4C07-B9AA-814CFCFBDA3D}" type="sibTrans" cxnId="{69890DE5-58EB-42EF-B44F-C8196081FBA4}">
      <dgm:prSet/>
      <dgm:spPr/>
      <dgm:t>
        <a:bodyPr/>
        <a:lstStyle/>
        <a:p>
          <a:endParaRPr lang="en-US"/>
        </a:p>
      </dgm:t>
    </dgm:pt>
    <dgm:pt modelId="{49325603-AA9D-4F5E-95BF-7D1CF3E1EC8D}">
      <dgm:prSet/>
      <dgm:spPr/>
      <dgm:t>
        <a:bodyPr/>
        <a:lstStyle/>
        <a:p>
          <a:r>
            <a:rPr lang="en-US"/>
            <a:t>• Framework: Streamlit (UI dashboard)</a:t>
          </a:r>
        </a:p>
      </dgm:t>
    </dgm:pt>
    <dgm:pt modelId="{3FFFC3DF-0F69-41A1-A0FA-C927509C73CE}" type="parTrans" cxnId="{6650D5E8-AD8E-450D-9EE6-194C11E3482F}">
      <dgm:prSet/>
      <dgm:spPr/>
      <dgm:t>
        <a:bodyPr/>
        <a:lstStyle/>
        <a:p>
          <a:endParaRPr lang="en-US"/>
        </a:p>
      </dgm:t>
    </dgm:pt>
    <dgm:pt modelId="{A26F28E9-A1F9-4B55-9840-B4CF75181524}" type="sibTrans" cxnId="{6650D5E8-AD8E-450D-9EE6-194C11E3482F}">
      <dgm:prSet/>
      <dgm:spPr/>
      <dgm:t>
        <a:bodyPr/>
        <a:lstStyle/>
        <a:p>
          <a:endParaRPr lang="en-US"/>
        </a:p>
      </dgm:t>
    </dgm:pt>
    <dgm:pt modelId="{240402CB-7594-4112-867D-4990B52011A3}">
      <dgm:prSet/>
      <dgm:spPr/>
      <dgm:t>
        <a:bodyPr/>
        <a:lstStyle/>
        <a:p>
          <a:r>
            <a:rPr lang="en-US"/>
            <a:t>• Libraries: Pandas, NumPy, Matplotlib, SciPy</a:t>
          </a:r>
        </a:p>
      </dgm:t>
    </dgm:pt>
    <dgm:pt modelId="{59664ACA-EB54-45C2-8D4D-0AF8FA914448}" type="parTrans" cxnId="{3AD4D68B-77D6-4560-8D1E-A5F22545045B}">
      <dgm:prSet/>
      <dgm:spPr/>
      <dgm:t>
        <a:bodyPr/>
        <a:lstStyle/>
        <a:p>
          <a:endParaRPr lang="en-US"/>
        </a:p>
      </dgm:t>
    </dgm:pt>
    <dgm:pt modelId="{62DE9EA5-DA9E-4B61-9022-EDD113AE880D}" type="sibTrans" cxnId="{3AD4D68B-77D6-4560-8D1E-A5F22545045B}">
      <dgm:prSet/>
      <dgm:spPr/>
      <dgm:t>
        <a:bodyPr/>
        <a:lstStyle/>
        <a:p>
          <a:endParaRPr lang="en-US"/>
        </a:p>
      </dgm:t>
    </dgm:pt>
    <dgm:pt modelId="{302785BA-311F-42AC-9F45-44107A3D524F}">
      <dgm:prSet/>
      <dgm:spPr/>
      <dgm:t>
        <a:bodyPr/>
        <a:lstStyle/>
        <a:p>
          <a:r>
            <a:rPr lang="en-US"/>
            <a:t>• Files Used: wifi_optimizer_dashboard.py, smart_campus_wifi_data.csv, requirements.txt</a:t>
          </a:r>
        </a:p>
      </dgm:t>
    </dgm:pt>
    <dgm:pt modelId="{E6DE894C-B274-4CC3-BED0-2536424A1012}" type="parTrans" cxnId="{89497C52-D9C2-413A-AE35-68EBEF76B2DD}">
      <dgm:prSet/>
      <dgm:spPr/>
      <dgm:t>
        <a:bodyPr/>
        <a:lstStyle/>
        <a:p>
          <a:endParaRPr lang="en-US"/>
        </a:p>
      </dgm:t>
    </dgm:pt>
    <dgm:pt modelId="{DC3A4D7A-D95A-46E8-AFD7-866EF10C0491}" type="sibTrans" cxnId="{89497C52-D9C2-413A-AE35-68EBEF76B2DD}">
      <dgm:prSet/>
      <dgm:spPr/>
      <dgm:t>
        <a:bodyPr/>
        <a:lstStyle/>
        <a:p>
          <a:endParaRPr lang="en-US"/>
        </a:p>
      </dgm:t>
    </dgm:pt>
    <dgm:pt modelId="{6AB9398C-99C8-4CEB-A648-9150594535C8}" type="pres">
      <dgm:prSet presAssocID="{9303A18D-0142-4C99-BDD8-D13C7E5406F6}" presName="root" presStyleCnt="0">
        <dgm:presLayoutVars>
          <dgm:dir/>
          <dgm:resizeHandles val="exact"/>
        </dgm:presLayoutVars>
      </dgm:prSet>
      <dgm:spPr/>
    </dgm:pt>
    <dgm:pt modelId="{0A2DE5F7-AE91-4BE9-9C37-AFA752CE7611}" type="pres">
      <dgm:prSet presAssocID="{9303A18D-0142-4C99-BDD8-D13C7E5406F6}" presName="container" presStyleCnt="0">
        <dgm:presLayoutVars>
          <dgm:dir/>
          <dgm:resizeHandles val="exact"/>
        </dgm:presLayoutVars>
      </dgm:prSet>
      <dgm:spPr/>
    </dgm:pt>
    <dgm:pt modelId="{EA7983D4-CC06-4FBD-89F1-C037A1850EF1}" type="pres">
      <dgm:prSet presAssocID="{0226B6A2-DFD5-48CE-A287-A9CC5DC25628}" presName="compNode" presStyleCnt="0"/>
      <dgm:spPr/>
    </dgm:pt>
    <dgm:pt modelId="{C7C295E8-DE52-452E-B354-DAF7D8EFB1B2}" type="pres">
      <dgm:prSet presAssocID="{0226B6A2-DFD5-48CE-A287-A9CC5DC25628}" presName="iconBgRect" presStyleLbl="bgShp" presStyleIdx="0" presStyleCnt="4"/>
      <dgm:spPr/>
    </dgm:pt>
    <dgm:pt modelId="{A6CCB880-ECCC-46B1-B4C7-7FFBF8663E32}" type="pres">
      <dgm:prSet presAssocID="{0226B6A2-DFD5-48CE-A287-A9CC5DC2562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ADF1FCF-2D5B-4307-8080-244A7BAD4581}" type="pres">
      <dgm:prSet presAssocID="{0226B6A2-DFD5-48CE-A287-A9CC5DC25628}" presName="spaceRect" presStyleCnt="0"/>
      <dgm:spPr/>
    </dgm:pt>
    <dgm:pt modelId="{B7A93D28-7276-4C28-A2BD-470467B217AF}" type="pres">
      <dgm:prSet presAssocID="{0226B6A2-DFD5-48CE-A287-A9CC5DC25628}" presName="textRect" presStyleLbl="revTx" presStyleIdx="0" presStyleCnt="4">
        <dgm:presLayoutVars>
          <dgm:chMax val="1"/>
          <dgm:chPref val="1"/>
        </dgm:presLayoutVars>
      </dgm:prSet>
      <dgm:spPr/>
    </dgm:pt>
    <dgm:pt modelId="{D0922F76-7DB7-4F93-8005-BFD7CD234B6E}" type="pres">
      <dgm:prSet presAssocID="{23710A43-D2EC-4C07-B9AA-814CFCFBDA3D}" presName="sibTrans" presStyleLbl="sibTrans2D1" presStyleIdx="0" presStyleCnt="0"/>
      <dgm:spPr/>
    </dgm:pt>
    <dgm:pt modelId="{376FA37A-234A-46C2-A263-3B4924E27050}" type="pres">
      <dgm:prSet presAssocID="{49325603-AA9D-4F5E-95BF-7D1CF3E1EC8D}" presName="compNode" presStyleCnt="0"/>
      <dgm:spPr/>
    </dgm:pt>
    <dgm:pt modelId="{D5506267-F8D1-4905-9A8F-5139BDBEA95F}" type="pres">
      <dgm:prSet presAssocID="{49325603-AA9D-4F5E-95BF-7D1CF3E1EC8D}" presName="iconBgRect" presStyleLbl="bgShp" presStyleIdx="1" presStyleCnt="4"/>
      <dgm:spPr/>
    </dgm:pt>
    <dgm:pt modelId="{A9F825DF-97C8-4315-B77F-6B1120023235}" type="pres">
      <dgm:prSet presAssocID="{49325603-AA9D-4F5E-95BF-7D1CF3E1EC8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5373C55-CCE1-459A-A47E-F0B1CE6C60CD}" type="pres">
      <dgm:prSet presAssocID="{49325603-AA9D-4F5E-95BF-7D1CF3E1EC8D}" presName="spaceRect" presStyleCnt="0"/>
      <dgm:spPr/>
    </dgm:pt>
    <dgm:pt modelId="{14B8B494-785A-430F-9D44-A8963A5E5556}" type="pres">
      <dgm:prSet presAssocID="{49325603-AA9D-4F5E-95BF-7D1CF3E1EC8D}" presName="textRect" presStyleLbl="revTx" presStyleIdx="1" presStyleCnt="4">
        <dgm:presLayoutVars>
          <dgm:chMax val="1"/>
          <dgm:chPref val="1"/>
        </dgm:presLayoutVars>
      </dgm:prSet>
      <dgm:spPr/>
    </dgm:pt>
    <dgm:pt modelId="{061B6D5F-8B21-4627-8B64-F2717CEAC111}" type="pres">
      <dgm:prSet presAssocID="{A26F28E9-A1F9-4B55-9840-B4CF75181524}" presName="sibTrans" presStyleLbl="sibTrans2D1" presStyleIdx="0" presStyleCnt="0"/>
      <dgm:spPr/>
    </dgm:pt>
    <dgm:pt modelId="{B37CB98E-CEB2-4F0A-AD95-2DE6C833CA7B}" type="pres">
      <dgm:prSet presAssocID="{240402CB-7594-4112-867D-4990B52011A3}" presName="compNode" presStyleCnt="0"/>
      <dgm:spPr/>
    </dgm:pt>
    <dgm:pt modelId="{41ACD347-5246-4E5D-AA21-B82E401ABCA3}" type="pres">
      <dgm:prSet presAssocID="{240402CB-7594-4112-867D-4990B52011A3}" presName="iconBgRect" presStyleLbl="bgShp" presStyleIdx="2" presStyleCnt="4"/>
      <dgm:spPr/>
    </dgm:pt>
    <dgm:pt modelId="{7E8055C4-6C3F-41B0-8A9F-28CAFE9B69CD}" type="pres">
      <dgm:prSet presAssocID="{240402CB-7594-4112-867D-4990B52011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ED90A928-F3E2-432E-88D9-E1F48513F17F}" type="pres">
      <dgm:prSet presAssocID="{240402CB-7594-4112-867D-4990B52011A3}" presName="spaceRect" presStyleCnt="0"/>
      <dgm:spPr/>
    </dgm:pt>
    <dgm:pt modelId="{2F0D0D30-BB39-43FF-832A-F556AAC97EEF}" type="pres">
      <dgm:prSet presAssocID="{240402CB-7594-4112-867D-4990B52011A3}" presName="textRect" presStyleLbl="revTx" presStyleIdx="2" presStyleCnt="4">
        <dgm:presLayoutVars>
          <dgm:chMax val="1"/>
          <dgm:chPref val="1"/>
        </dgm:presLayoutVars>
      </dgm:prSet>
      <dgm:spPr/>
    </dgm:pt>
    <dgm:pt modelId="{E99C609A-D10D-47AF-A0D9-895E4510AE7C}" type="pres">
      <dgm:prSet presAssocID="{62DE9EA5-DA9E-4B61-9022-EDD113AE880D}" presName="sibTrans" presStyleLbl="sibTrans2D1" presStyleIdx="0" presStyleCnt="0"/>
      <dgm:spPr/>
    </dgm:pt>
    <dgm:pt modelId="{52006C78-404E-4BA4-B475-F7BA5DF1163A}" type="pres">
      <dgm:prSet presAssocID="{302785BA-311F-42AC-9F45-44107A3D524F}" presName="compNode" presStyleCnt="0"/>
      <dgm:spPr/>
    </dgm:pt>
    <dgm:pt modelId="{8E829B6C-D21A-43B2-9453-F88FFEB98D5C}" type="pres">
      <dgm:prSet presAssocID="{302785BA-311F-42AC-9F45-44107A3D524F}" presName="iconBgRect" presStyleLbl="bgShp" presStyleIdx="3" presStyleCnt="4"/>
      <dgm:spPr/>
    </dgm:pt>
    <dgm:pt modelId="{46347A3D-79C6-44F5-824E-BF459D565CAB}" type="pres">
      <dgm:prSet presAssocID="{302785BA-311F-42AC-9F45-44107A3D52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BCDDCBD-A6F2-4468-AD39-B14C5318CA0D}" type="pres">
      <dgm:prSet presAssocID="{302785BA-311F-42AC-9F45-44107A3D524F}" presName="spaceRect" presStyleCnt="0"/>
      <dgm:spPr/>
    </dgm:pt>
    <dgm:pt modelId="{AB5FB7DF-4CB5-4505-8049-CDD4CE7E7561}" type="pres">
      <dgm:prSet presAssocID="{302785BA-311F-42AC-9F45-44107A3D52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2D2472F-05D0-4E46-A164-3691B6100319}" type="presOf" srcId="{A26F28E9-A1F9-4B55-9840-B4CF75181524}" destId="{061B6D5F-8B21-4627-8B64-F2717CEAC111}" srcOrd="0" destOrd="0" presId="urn:microsoft.com/office/officeart/2018/2/layout/IconCircleList"/>
    <dgm:cxn modelId="{3EC2E24B-C912-4700-9550-A941D221BB6B}" type="presOf" srcId="{49325603-AA9D-4F5E-95BF-7D1CF3E1EC8D}" destId="{14B8B494-785A-430F-9D44-A8963A5E5556}" srcOrd="0" destOrd="0" presId="urn:microsoft.com/office/officeart/2018/2/layout/IconCircleList"/>
    <dgm:cxn modelId="{89497C52-D9C2-413A-AE35-68EBEF76B2DD}" srcId="{9303A18D-0142-4C99-BDD8-D13C7E5406F6}" destId="{302785BA-311F-42AC-9F45-44107A3D524F}" srcOrd="3" destOrd="0" parTransId="{E6DE894C-B274-4CC3-BED0-2536424A1012}" sibTransId="{DC3A4D7A-D95A-46E8-AFD7-866EF10C0491}"/>
    <dgm:cxn modelId="{3AD4D68B-77D6-4560-8D1E-A5F22545045B}" srcId="{9303A18D-0142-4C99-BDD8-D13C7E5406F6}" destId="{240402CB-7594-4112-867D-4990B52011A3}" srcOrd="2" destOrd="0" parTransId="{59664ACA-EB54-45C2-8D4D-0AF8FA914448}" sibTransId="{62DE9EA5-DA9E-4B61-9022-EDD113AE880D}"/>
    <dgm:cxn modelId="{34E8CA9F-668B-40C0-9BB7-4BE88D6B756B}" type="presOf" srcId="{23710A43-D2EC-4C07-B9AA-814CFCFBDA3D}" destId="{D0922F76-7DB7-4F93-8005-BFD7CD234B6E}" srcOrd="0" destOrd="0" presId="urn:microsoft.com/office/officeart/2018/2/layout/IconCircleList"/>
    <dgm:cxn modelId="{9D2E1FAC-283E-4962-A499-C9C1DEFBA953}" type="presOf" srcId="{0226B6A2-DFD5-48CE-A287-A9CC5DC25628}" destId="{B7A93D28-7276-4C28-A2BD-470467B217AF}" srcOrd="0" destOrd="0" presId="urn:microsoft.com/office/officeart/2018/2/layout/IconCircleList"/>
    <dgm:cxn modelId="{390F75B2-FBCF-4C49-BCC1-DECBF29B8C4E}" type="presOf" srcId="{302785BA-311F-42AC-9F45-44107A3D524F}" destId="{AB5FB7DF-4CB5-4505-8049-CDD4CE7E7561}" srcOrd="0" destOrd="0" presId="urn:microsoft.com/office/officeart/2018/2/layout/IconCircleList"/>
    <dgm:cxn modelId="{805253C0-7B90-4DC5-9293-ED53F6F92665}" type="presOf" srcId="{240402CB-7594-4112-867D-4990B52011A3}" destId="{2F0D0D30-BB39-43FF-832A-F556AAC97EEF}" srcOrd="0" destOrd="0" presId="urn:microsoft.com/office/officeart/2018/2/layout/IconCircleList"/>
    <dgm:cxn modelId="{85266CC7-5A97-45B4-891B-36239A2C53B0}" type="presOf" srcId="{62DE9EA5-DA9E-4B61-9022-EDD113AE880D}" destId="{E99C609A-D10D-47AF-A0D9-895E4510AE7C}" srcOrd="0" destOrd="0" presId="urn:microsoft.com/office/officeart/2018/2/layout/IconCircleList"/>
    <dgm:cxn modelId="{B1EB4EE0-3F07-4736-9FB7-ACF786661C9F}" type="presOf" srcId="{9303A18D-0142-4C99-BDD8-D13C7E5406F6}" destId="{6AB9398C-99C8-4CEB-A648-9150594535C8}" srcOrd="0" destOrd="0" presId="urn:microsoft.com/office/officeart/2018/2/layout/IconCircleList"/>
    <dgm:cxn modelId="{69890DE5-58EB-42EF-B44F-C8196081FBA4}" srcId="{9303A18D-0142-4C99-BDD8-D13C7E5406F6}" destId="{0226B6A2-DFD5-48CE-A287-A9CC5DC25628}" srcOrd="0" destOrd="0" parTransId="{CB4B671F-D449-4DE4-900A-BA188D2677C8}" sibTransId="{23710A43-D2EC-4C07-B9AA-814CFCFBDA3D}"/>
    <dgm:cxn modelId="{6650D5E8-AD8E-450D-9EE6-194C11E3482F}" srcId="{9303A18D-0142-4C99-BDD8-D13C7E5406F6}" destId="{49325603-AA9D-4F5E-95BF-7D1CF3E1EC8D}" srcOrd="1" destOrd="0" parTransId="{3FFFC3DF-0F69-41A1-A0FA-C927509C73CE}" sibTransId="{A26F28E9-A1F9-4B55-9840-B4CF75181524}"/>
    <dgm:cxn modelId="{A1C5FAAE-6641-4EAC-987A-EDA70DD78B0D}" type="presParOf" srcId="{6AB9398C-99C8-4CEB-A648-9150594535C8}" destId="{0A2DE5F7-AE91-4BE9-9C37-AFA752CE7611}" srcOrd="0" destOrd="0" presId="urn:microsoft.com/office/officeart/2018/2/layout/IconCircleList"/>
    <dgm:cxn modelId="{E4BB3974-6EF3-49F1-81A7-EF7D222D6200}" type="presParOf" srcId="{0A2DE5F7-AE91-4BE9-9C37-AFA752CE7611}" destId="{EA7983D4-CC06-4FBD-89F1-C037A1850EF1}" srcOrd="0" destOrd="0" presId="urn:microsoft.com/office/officeart/2018/2/layout/IconCircleList"/>
    <dgm:cxn modelId="{CEBA3630-ABD2-43C9-B75F-EF8EFD770FC0}" type="presParOf" srcId="{EA7983D4-CC06-4FBD-89F1-C037A1850EF1}" destId="{C7C295E8-DE52-452E-B354-DAF7D8EFB1B2}" srcOrd="0" destOrd="0" presId="urn:microsoft.com/office/officeart/2018/2/layout/IconCircleList"/>
    <dgm:cxn modelId="{39E2E826-28EF-4ED1-822F-C795126F3D77}" type="presParOf" srcId="{EA7983D4-CC06-4FBD-89F1-C037A1850EF1}" destId="{A6CCB880-ECCC-46B1-B4C7-7FFBF8663E32}" srcOrd="1" destOrd="0" presId="urn:microsoft.com/office/officeart/2018/2/layout/IconCircleList"/>
    <dgm:cxn modelId="{E093EC7E-77F1-4E7E-BB3C-881D6C14F0D2}" type="presParOf" srcId="{EA7983D4-CC06-4FBD-89F1-C037A1850EF1}" destId="{6ADF1FCF-2D5B-4307-8080-244A7BAD4581}" srcOrd="2" destOrd="0" presId="urn:microsoft.com/office/officeart/2018/2/layout/IconCircleList"/>
    <dgm:cxn modelId="{D0659D72-56D8-4453-94EB-EADA8DE51C48}" type="presParOf" srcId="{EA7983D4-CC06-4FBD-89F1-C037A1850EF1}" destId="{B7A93D28-7276-4C28-A2BD-470467B217AF}" srcOrd="3" destOrd="0" presId="urn:microsoft.com/office/officeart/2018/2/layout/IconCircleList"/>
    <dgm:cxn modelId="{9C9758E2-97A2-4B38-ABF7-540EF4E2DA6E}" type="presParOf" srcId="{0A2DE5F7-AE91-4BE9-9C37-AFA752CE7611}" destId="{D0922F76-7DB7-4F93-8005-BFD7CD234B6E}" srcOrd="1" destOrd="0" presId="urn:microsoft.com/office/officeart/2018/2/layout/IconCircleList"/>
    <dgm:cxn modelId="{5530C070-DE36-471E-A3F4-B89AD5B97A85}" type="presParOf" srcId="{0A2DE5F7-AE91-4BE9-9C37-AFA752CE7611}" destId="{376FA37A-234A-46C2-A263-3B4924E27050}" srcOrd="2" destOrd="0" presId="urn:microsoft.com/office/officeart/2018/2/layout/IconCircleList"/>
    <dgm:cxn modelId="{5316B8A1-7F1E-48A1-8E82-0DAC14E39E81}" type="presParOf" srcId="{376FA37A-234A-46C2-A263-3B4924E27050}" destId="{D5506267-F8D1-4905-9A8F-5139BDBEA95F}" srcOrd="0" destOrd="0" presId="urn:microsoft.com/office/officeart/2018/2/layout/IconCircleList"/>
    <dgm:cxn modelId="{B546A411-D861-45AB-8D6F-3C1A4A6A71BF}" type="presParOf" srcId="{376FA37A-234A-46C2-A263-3B4924E27050}" destId="{A9F825DF-97C8-4315-B77F-6B1120023235}" srcOrd="1" destOrd="0" presId="urn:microsoft.com/office/officeart/2018/2/layout/IconCircleList"/>
    <dgm:cxn modelId="{5DA1714A-CF11-4BE6-B8A3-3EF4351CB63E}" type="presParOf" srcId="{376FA37A-234A-46C2-A263-3B4924E27050}" destId="{05373C55-CCE1-459A-A47E-F0B1CE6C60CD}" srcOrd="2" destOrd="0" presId="urn:microsoft.com/office/officeart/2018/2/layout/IconCircleList"/>
    <dgm:cxn modelId="{4614D7DE-A893-4069-87FD-31E78ADD9EAB}" type="presParOf" srcId="{376FA37A-234A-46C2-A263-3B4924E27050}" destId="{14B8B494-785A-430F-9D44-A8963A5E5556}" srcOrd="3" destOrd="0" presId="urn:microsoft.com/office/officeart/2018/2/layout/IconCircleList"/>
    <dgm:cxn modelId="{D3D707DA-6BC0-436E-92C8-C7DBF2532A18}" type="presParOf" srcId="{0A2DE5F7-AE91-4BE9-9C37-AFA752CE7611}" destId="{061B6D5F-8B21-4627-8B64-F2717CEAC111}" srcOrd="3" destOrd="0" presId="urn:microsoft.com/office/officeart/2018/2/layout/IconCircleList"/>
    <dgm:cxn modelId="{4B191C3C-8953-4A69-A657-D3A544E095B4}" type="presParOf" srcId="{0A2DE5F7-AE91-4BE9-9C37-AFA752CE7611}" destId="{B37CB98E-CEB2-4F0A-AD95-2DE6C833CA7B}" srcOrd="4" destOrd="0" presId="urn:microsoft.com/office/officeart/2018/2/layout/IconCircleList"/>
    <dgm:cxn modelId="{73B5A72D-8144-42F4-8799-74BAF91A000F}" type="presParOf" srcId="{B37CB98E-CEB2-4F0A-AD95-2DE6C833CA7B}" destId="{41ACD347-5246-4E5D-AA21-B82E401ABCA3}" srcOrd="0" destOrd="0" presId="urn:microsoft.com/office/officeart/2018/2/layout/IconCircleList"/>
    <dgm:cxn modelId="{332A4054-64F9-4E0E-AAB6-941D874B43B6}" type="presParOf" srcId="{B37CB98E-CEB2-4F0A-AD95-2DE6C833CA7B}" destId="{7E8055C4-6C3F-41B0-8A9F-28CAFE9B69CD}" srcOrd="1" destOrd="0" presId="urn:microsoft.com/office/officeart/2018/2/layout/IconCircleList"/>
    <dgm:cxn modelId="{26C1E14C-36DC-4859-B501-2ECD13821A6C}" type="presParOf" srcId="{B37CB98E-CEB2-4F0A-AD95-2DE6C833CA7B}" destId="{ED90A928-F3E2-432E-88D9-E1F48513F17F}" srcOrd="2" destOrd="0" presId="urn:microsoft.com/office/officeart/2018/2/layout/IconCircleList"/>
    <dgm:cxn modelId="{0302F5C6-FCD2-4111-9945-1EA7D346450E}" type="presParOf" srcId="{B37CB98E-CEB2-4F0A-AD95-2DE6C833CA7B}" destId="{2F0D0D30-BB39-43FF-832A-F556AAC97EEF}" srcOrd="3" destOrd="0" presId="urn:microsoft.com/office/officeart/2018/2/layout/IconCircleList"/>
    <dgm:cxn modelId="{F9256FC9-28D5-4D9E-ADCF-95D6E1A7A51B}" type="presParOf" srcId="{0A2DE5F7-AE91-4BE9-9C37-AFA752CE7611}" destId="{E99C609A-D10D-47AF-A0D9-895E4510AE7C}" srcOrd="5" destOrd="0" presId="urn:microsoft.com/office/officeart/2018/2/layout/IconCircleList"/>
    <dgm:cxn modelId="{7B787EA2-0628-42B1-8FBD-A948F656030A}" type="presParOf" srcId="{0A2DE5F7-AE91-4BE9-9C37-AFA752CE7611}" destId="{52006C78-404E-4BA4-B475-F7BA5DF1163A}" srcOrd="6" destOrd="0" presId="urn:microsoft.com/office/officeart/2018/2/layout/IconCircleList"/>
    <dgm:cxn modelId="{7A9D3F3F-B3C9-405C-AB88-0D62C3B33F7E}" type="presParOf" srcId="{52006C78-404E-4BA4-B475-F7BA5DF1163A}" destId="{8E829B6C-D21A-43B2-9453-F88FFEB98D5C}" srcOrd="0" destOrd="0" presId="urn:microsoft.com/office/officeart/2018/2/layout/IconCircleList"/>
    <dgm:cxn modelId="{3E044E99-9F42-4CEB-BAE7-55AEB6EF4FAA}" type="presParOf" srcId="{52006C78-404E-4BA4-B475-F7BA5DF1163A}" destId="{46347A3D-79C6-44F5-824E-BF459D565CAB}" srcOrd="1" destOrd="0" presId="urn:microsoft.com/office/officeart/2018/2/layout/IconCircleList"/>
    <dgm:cxn modelId="{A30AC823-4DAF-4E7C-B3FB-BAF52912E9A8}" type="presParOf" srcId="{52006C78-404E-4BA4-B475-F7BA5DF1163A}" destId="{7BCDDCBD-A6F2-4468-AD39-B14C5318CA0D}" srcOrd="2" destOrd="0" presId="urn:microsoft.com/office/officeart/2018/2/layout/IconCircleList"/>
    <dgm:cxn modelId="{CBF6D754-7B48-4461-B26C-990C3A87E504}" type="presParOf" srcId="{52006C78-404E-4BA4-B475-F7BA5DF1163A}" destId="{AB5FB7DF-4CB5-4505-8049-CDD4CE7E756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928C5B-2E02-43AA-ABFB-0DE438302AE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9386E9E-229E-4A21-A25A-EE70410BB3BA}">
      <dgm:prSet/>
      <dgm:spPr/>
      <dgm:t>
        <a:bodyPr/>
        <a:lstStyle/>
        <a:p>
          <a:r>
            <a:rPr lang="en-US" dirty="0"/>
            <a:t>Upload Wi-Fi dataset (CSV)</a:t>
          </a:r>
        </a:p>
      </dgm:t>
    </dgm:pt>
    <dgm:pt modelId="{F1F3D3BA-6664-4EE1-8E81-2790AA9FBFD5}" type="parTrans" cxnId="{7ED59FB6-E9EF-4850-AF41-3BAC93317BA8}">
      <dgm:prSet/>
      <dgm:spPr/>
      <dgm:t>
        <a:bodyPr/>
        <a:lstStyle/>
        <a:p>
          <a:endParaRPr lang="en-US"/>
        </a:p>
      </dgm:t>
    </dgm:pt>
    <dgm:pt modelId="{A6A092B7-1AEB-453A-B6B9-43F0C6C70A46}" type="sibTrans" cxnId="{7ED59FB6-E9EF-4850-AF41-3BAC93317BA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C4967F7-5CE0-4944-A96A-5CDE51DF1C3C}">
      <dgm:prSet/>
      <dgm:spPr/>
      <dgm:t>
        <a:bodyPr/>
        <a:lstStyle/>
        <a:p>
          <a:r>
            <a:rPr lang="en-US"/>
            <a:t>Compute score for each location</a:t>
          </a:r>
        </a:p>
      </dgm:t>
    </dgm:pt>
    <dgm:pt modelId="{31AC8199-25E4-4874-8A4B-144D5F72A6C9}" type="parTrans" cxnId="{FCC0253A-E56C-447C-92E1-73A4AD75F295}">
      <dgm:prSet/>
      <dgm:spPr/>
      <dgm:t>
        <a:bodyPr/>
        <a:lstStyle/>
        <a:p>
          <a:endParaRPr lang="en-US"/>
        </a:p>
      </dgm:t>
    </dgm:pt>
    <dgm:pt modelId="{0C342365-F637-447B-9771-B135C143B0C8}" type="sibTrans" cxnId="{FCC0253A-E56C-447C-92E1-73A4AD75F29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043F0A9-7913-422F-94EB-36807529E4E6}">
      <dgm:prSet/>
      <dgm:spPr/>
      <dgm:t>
        <a:bodyPr/>
        <a:lstStyle/>
        <a:p>
          <a:r>
            <a:rPr lang="en-US"/>
            <a:t>Apply Sorting → rank locations</a:t>
          </a:r>
        </a:p>
      </dgm:t>
    </dgm:pt>
    <dgm:pt modelId="{F3BA795E-7563-4E7B-B9DC-971F1774ED4C}" type="parTrans" cxnId="{5AF9C82C-AB6E-4D4F-884F-35106BAE1D66}">
      <dgm:prSet/>
      <dgm:spPr/>
      <dgm:t>
        <a:bodyPr/>
        <a:lstStyle/>
        <a:p>
          <a:endParaRPr lang="en-US"/>
        </a:p>
      </dgm:t>
    </dgm:pt>
    <dgm:pt modelId="{9FC4B665-C1E2-421F-BAB8-8469FA843E2E}" type="sibTrans" cxnId="{5AF9C82C-AB6E-4D4F-884F-35106BAE1D6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064D17B-795E-4721-B327-6CEF7F4FF521}">
      <dgm:prSet/>
      <dgm:spPr/>
      <dgm:t>
        <a:bodyPr/>
        <a:lstStyle/>
        <a:p>
          <a:r>
            <a:rPr lang="en-US"/>
            <a:t>Apply Knapsack Algorithm → choose best APs under budget</a:t>
          </a:r>
        </a:p>
      </dgm:t>
    </dgm:pt>
    <dgm:pt modelId="{1F318D50-28B3-43BF-A50E-8B21A0DF7166}" type="parTrans" cxnId="{4F1264BA-1101-4010-9499-5E16973E6BAE}">
      <dgm:prSet/>
      <dgm:spPr/>
      <dgm:t>
        <a:bodyPr/>
        <a:lstStyle/>
        <a:p>
          <a:endParaRPr lang="en-US"/>
        </a:p>
      </dgm:t>
    </dgm:pt>
    <dgm:pt modelId="{1AFD107A-10A2-4F86-B9C6-275C140A58F0}" type="sibTrans" cxnId="{4F1264BA-1101-4010-9499-5E16973E6BA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D0BB4EB-21DA-4E0A-A8E5-B9465DB9CB2F}">
      <dgm:prSet/>
      <dgm:spPr/>
      <dgm:t>
        <a:bodyPr/>
        <a:lstStyle/>
        <a:p>
          <a:r>
            <a:rPr lang="en-US"/>
            <a:t>Apply MST → connect them efficiently</a:t>
          </a:r>
        </a:p>
      </dgm:t>
    </dgm:pt>
    <dgm:pt modelId="{40085B79-D77E-4054-ACB7-47294A14CF14}" type="parTrans" cxnId="{6451D4E5-CFBD-4DB6-802C-16E99DB64DCC}">
      <dgm:prSet/>
      <dgm:spPr/>
      <dgm:t>
        <a:bodyPr/>
        <a:lstStyle/>
        <a:p>
          <a:endParaRPr lang="en-US"/>
        </a:p>
      </dgm:t>
    </dgm:pt>
    <dgm:pt modelId="{86B80EF9-5B22-4828-BA28-DADDA9F45D67}" type="sibTrans" cxnId="{6451D4E5-CFBD-4DB6-802C-16E99DB64DCC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D1D309FE-8ACA-4802-8343-3C88318FBF2A}">
      <dgm:prSet/>
      <dgm:spPr/>
      <dgm:t>
        <a:bodyPr/>
        <a:lstStyle/>
        <a:p>
          <a:r>
            <a:rPr lang="en-US" dirty="0"/>
            <a:t>Display optimized layout &amp; metrics in </a:t>
          </a:r>
          <a:r>
            <a:rPr lang="en-US" dirty="0" err="1"/>
            <a:t>Streamlit</a:t>
          </a:r>
          <a:endParaRPr lang="en-US" dirty="0"/>
        </a:p>
      </dgm:t>
    </dgm:pt>
    <dgm:pt modelId="{1ABCC442-9F67-4715-99D5-BEE522BE25ED}" type="parTrans" cxnId="{9E6A13F9-8390-4579-8940-6197F34662EB}">
      <dgm:prSet/>
      <dgm:spPr/>
      <dgm:t>
        <a:bodyPr/>
        <a:lstStyle/>
        <a:p>
          <a:endParaRPr lang="en-US"/>
        </a:p>
      </dgm:t>
    </dgm:pt>
    <dgm:pt modelId="{FAFA71D8-45C4-4C14-8A4F-15F4F28FA7D7}" type="sibTrans" cxnId="{9E6A13F9-8390-4579-8940-6197F34662EB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8D0B9D9D-AD18-314E-9EE3-BBE00D7CC600}" type="pres">
      <dgm:prSet presAssocID="{77928C5B-2E02-43AA-ABFB-0DE438302AE2}" presName="Name0" presStyleCnt="0">
        <dgm:presLayoutVars>
          <dgm:animLvl val="lvl"/>
          <dgm:resizeHandles val="exact"/>
        </dgm:presLayoutVars>
      </dgm:prSet>
      <dgm:spPr/>
    </dgm:pt>
    <dgm:pt modelId="{E53A0F3E-11C3-D747-9F78-1BC0A7C0492C}" type="pres">
      <dgm:prSet presAssocID="{39386E9E-229E-4A21-A25A-EE70410BB3BA}" presName="compositeNode" presStyleCnt="0">
        <dgm:presLayoutVars>
          <dgm:bulletEnabled val="1"/>
        </dgm:presLayoutVars>
      </dgm:prSet>
      <dgm:spPr/>
    </dgm:pt>
    <dgm:pt modelId="{E8CB933C-7F9F-4E49-A7B9-CBC0F812A694}" type="pres">
      <dgm:prSet presAssocID="{39386E9E-229E-4A21-A25A-EE70410BB3BA}" presName="bgRect" presStyleLbl="bgAccFollowNode1" presStyleIdx="0" presStyleCnt="6"/>
      <dgm:spPr/>
    </dgm:pt>
    <dgm:pt modelId="{01290146-3F9E-864E-9CDD-4277B8BA8A37}" type="pres">
      <dgm:prSet presAssocID="{A6A092B7-1AEB-453A-B6B9-43F0C6C70A46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8FDC20A3-F107-5748-9C8E-D7C381C892A1}" type="pres">
      <dgm:prSet presAssocID="{39386E9E-229E-4A21-A25A-EE70410BB3BA}" presName="bottomLine" presStyleLbl="alignNode1" presStyleIdx="1" presStyleCnt="12">
        <dgm:presLayoutVars/>
      </dgm:prSet>
      <dgm:spPr/>
    </dgm:pt>
    <dgm:pt modelId="{B41275B7-266E-CE40-9084-B3E7B2DC9935}" type="pres">
      <dgm:prSet presAssocID="{39386E9E-229E-4A21-A25A-EE70410BB3BA}" presName="nodeText" presStyleLbl="bgAccFollowNode1" presStyleIdx="0" presStyleCnt="6">
        <dgm:presLayoutVars>
          <dgm:bulletEnabled val="1"/>
        </dgm:presLayoutVars>
      </dgm:prSet>
      <dgm:spPr/>
    </dgm:pt>
    <dgm:pt modelId="{C9E92B48-75FF-984C-8BB1-3518053C5163}" type="pres">
      <dgm:prSet presAssocID="{A6A092B7-1AEB-453A-B6B9-43F0C6C70A46}" presName="sibTrans" presStyleCnt="0"/>
      <dgm:spPr/>
    </dgm:pt>
    <dgm:pt modelId="{C9635C55-A8B5-7F47-B4CA-7B67B027572C}" type="pres">
      <dgm:prSet presAssocID="{EC4967F7-5CE0-4944-A96A-5CDE51DF1C3C}" presName="compositeNode" presStyleCnt="0">
        <dgm:presLayoutVars>
          <dgm:bulletEnabled val="1"/>
        </dgm:presLayoutVars>
      </dgm:prSet>
      <dgm:spPr/>
    </dgm:pt>
    <dgm:pt modelId="{B83F0536-BEC1-844A-A064-BE5D3B071750}" type="pres">
      <dgm:prSet presAssocID="{EC4967F7-5CE0-4944-A96A-5CDE51DF1C3C}" presName="bgRect" presStyleLbl="bgAccFollowNode1" presStyleIdx="1" presStyleCnt="6"/>
      <dgm:spPr/>
    </dgm:pt>
    <dgm:pt modelId="{5AAE5B41-3A4B-7743-BF87-0133870C05AC}" type="pres">
      <dgm:prSet presAssocID="{0C342365-F637-447B-9771-B135C143B0C8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684A34E2-5449-2444-8FD0-729C814A9545}" type="pres">
      <dgm:prSet presAssocID="{EC4967F7-5CE0-4944-A96A-5CDE51DF1C3C}" presName="bottomLine" presStyleLbl="alignNode1" presStyleIdx="3" presStyleCnt="12">
        <dgm:presLayoutVars/>
      </dgm:prSet>
      <dgm:spPr/>
    </dgm:pt>
    <dgm:pt modelId="{762B29AD-67EC-A445-A479-0DB665E162A7}" type="pres">
      <dgm:prSet presAssocID="{EC4967F7-5CE0-4944-A96A-5CDE51DF1C3C}" presName="nodeText" presStyleLbl="bgAccFollowNode1" presStyleIdx="1" presStyleCnt="6">
        <dgm:presLayoutVars>
          <dgm:bulletEnabled val="1"/>
        </dgm:presLayoutVars>
      </dgm:prSet>
      <dgm:spPr/>
    </dgm:pt>
    <dgm:pt modelId="{8A540AF0-EE69-FF4B-9789-745CBA80FB26}" type="pres">
      <dgm:prSet presAssocID="{0C342365-F637-447B-9771-B135C143B0C8}" presName="sibTrans" presStyleCnt="0"/>
      <dgm:spPr/>
    </dgm:pt>
    <dgm:pt modelId="{025AB521-884E-8D42-8E91-A28A12E976CE}" type="pres">
      <dgm:prSet presAssocID="{F043F0A9-7913-422F-94EB-36807529E4E6}" presName="compositeNode" presStyleCnt="0">
        <dgm:presLayoutVars>
          <dgm:bulletEnabled val="1"/>
        </dgm:presLayoutVars>
      </dgm:prSet>
      <dgm:spPr/>
    </dgm:pt>
    <dgm:pt modelId="{341CC8C1-11DF-1C4C-843E-4B9CD5EA654F}" type="pres">
      <dgm:prSet presAssocID="{F043F0A9-7913-422F-94EB-36807529E4E6}" presName="bgRect" presStyleLbl="bgAccFollowNode1" presStyleIdx="2" presStyleCnt="6"/>
      <dgm:spPr/>
    </dgm:pt>
    <dgm:pt modelId="{BA6445D9-7D02-E24C-A8EA-1D473D2BD1DD}" type="pres">
      <dgm:prSet presAssocID="{9FC4B665-C1E2-421F-BAB8-8469FA843E2E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3829323F-3C95-BC4A-BD33-0F88F2412D17}" type="pres">
      <dgm:prSet presAssocID="{F043F0A9-7913-422F-94EB-36807529E4E6}" presName="bottomLine" presStyleLbl="alignNode1" presStyleIdx="5" presStyleCnt="12">
        <dgm:presLayoutVars/>
      </dgm:prSet>
      <dgm:spPr/>
    </dgm:pt>
    <dgm:pt modelId="{86C05504-184A-914A-8F1F-68B5BA14BC74}" type="pres">
      <dgm:prSet presAssocID="{F043F0A9-7913-422F-94EB-36807529E4E6}" presName="nodeText" presStyleLbl="bgAccFollowNode1" presStyleIdx="2" presStyleCnt="6">
        <dgm:presLayoutVars>
          <dgm:bulletEnabled val="1"/>
        </dgm:presLayoutVars>
      </dgm:prSet>
      <dgm:spPr/>
    </dgm:pt>
    <dgm:pt modelId="{47FE813F-FEC3-184D-8E17-3B184A10948D}" type="pres">
      <dgm:prSet presAssocID="{9FC4B665-C1E2-421F-BAB8-8469FA843E2E}" presName="sibTrans" presStyleCnt="0"/>
      <dgm:spPr/>
    </dgm:pt>
    <dgm:pt modelId="{A9279127-3544-7849-AEAD-C5EEE3BCB9AF}" type="pres">
      <dgm:prSet presAssocID="{8064D17B-795E-4721-B327-6CEF7F4FF521}" presName="compositeNode" presStyleCnt="0">
        <dgm:presLayoutVars>
          <dgm:bulletEnabled val="1"/>
        </dgm:presLayoutVars>
      </dgm:prSet>
      <dgm:spPr/>
    </dgm:pt>
    <dgm:pt modelId="{49EE8441-3196-B241-BA37-CF6C41A8EA7D}" type="pres">
      <dgm:prSet presAssocID="{8064D17B-795E-4721-B327-6CEF7F4FF521}" presName="bgRect" presStyleLbl="bgAccFollowNode1" presStyleIdx="3" presStyleCnt="6"/>
      <dgm:spPr/>
    </dgm:pt>
    <dgm:pt modelId="{F3789948-0D82-3A40-99B4-360F5142E1EE}" type="pres">
      <dgm:prSet presAssocID="{1AFD107A-10A2-4F86-B9C6-275C140A58F0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CDA5F722-A5D7-3343-AE4D-027066EAECCF}" type="pres">
      <dgm:prSet presAssocID="{8064D17B-795E-4721-B327-6CEF7F4FF521}" presName="bottomLine" presStyleLbl="alignNode1" presStyleIdx="7" presStyleCnt="12">
        <dgm:presLayoutVars/>
      </dgm:prSet>
      <dgm:spPr/>
    </dgm:pt>
    <dgm:pt modelId="{086F6991-E87A-BA45-A980-4CC64FEAF831}" type="pres">
      <dgm:prSet presAssocID="{8064D17B-795E-4721-B327-6CEF7F4FF521}" presName="nodeText" presStyleLbl="bgAccFollowNode1" presStyleIdx="3" presStyleCnt="6">
        <dgm:presLayoutVars>
          <dgm:bulletEnabled val="1"/>
        </dgm:presLayoutVars>
      </dgm:prSet>
      <dgm:spPr/>
    </dgm:pt>
    <dgm:pt modelId="{204A1F39-9555-C44C-A95D-09584F89E155}" type="pres">
      <dgm:prSet presAssocID="{1AFD107A-10A2-4F86-B9C6-275C140A58F0}" presName="sibTrans" presStyleCnt="0"/>
      <dgm:spPr/>
    </dgm:pt>
    <dgm:pt modelId="{2EC8AA21-4C4C-764C-BBE0-61B6B2701808}" type="pres">
      <dgm:prSet presAssocID="{9D0BB4EB-21DA-4E0A-A8E5-B9465DB9CB2F}" presName="compositeNode" presStyleCnt="0">
        <dgm:presLayoutVars>
          <dgm:bulletEnabled val="1"/>
        </dgm:presLayoutVars>
      </dgm:prSet>
      <dgm:spPr/>
    </dgm:pt>
    <dgm:pt modelId="{8FCA8E94-1D63-1C42-B3BF-AE5101950565}" type="pres">
      <dgm:prSet presAssocID="{9D0BB4EB-21DA-4E0A-A8E5-B9465DB9CB2F}" presName="bgRect" presStyleLbl="bgAccFollowNode1" presStyleIdx="4" presStyleCnt="6"/>
      <dgm:spPr/>
    </dgm:pt>
    <dgm:pt modelId="{763365F0-18BB-FA42-882B-2075E3CBBE7F}" type="pres">
      <dgm:prSet presAssocID="{86B80EF9-5B22-4828-BA28-DADDA9F45D67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04137600-28C3-9F4F-A60E-E4B852FF0AD5}" type="pres">
      <dgm:prSet presAssocID="{9D0BB4EB-21DA-4E0A-A8E5-B9465DB9CB2F}" presName="bottomLine" presStyleLbl="alignNode1" presStyleIdx="9" presStyleCnt="12">
        <dgm:presLayoutVars/>
      </dgm:prSet>
      <dgm:spPr/>
    </dgm:pt>
    <dgm:pt modelId="{66A3B703-C5B2-9C42-9E5A-FA077D5B8CA4}" type="pres">
      <dgm:prSet presAssocID="{9D0BB4EB-21DA-4E0A-A8E5-B9465DB9CB2F}" presName="nodeText" presStyleLbl="bgAccFollowNode1" presStyleIdx="4" presStyleCnt="6">
        <dgm:presLayoutVars>
          <dgm:bulletEnabled val="1"/>
        </dgm:presLayoutVars>
      </dgm:prSet>
      <dgm:spPr/>
    </dgm:pt>
    <dgm:pt modelId="{8463977E-D429-A14C-B1F4-99F83AF64BBC}" type="pres">
      <dgm:prSet presAssocID="{86B80EF9-5B22-4828-BA28-DADDA9F45D67}" presName="sibTrans" presStyleCnt="0"/>
      <dgm:spPr/>
    </dgm:pt>
    <dgm:pt modelId="{A0655A19-24B1-5E40-8AC5-08E0470EA333}" type="pres">
      <dgm:prSet presAssocID="{D1D309FE-8ACA-4802-8343-3C88318FBF2A}" presName="compositeNode" presStyleCnt="0">
        <dgm:presLayoutVars>
          <dgm:bulletEnabled val="1"/>
        </dgm:presLayoutVars>
      </dgm:prSet>
      <dgm:spPr/>
    </dgm:pt>
    <dgm:pt modelId="{EACBC45F-F473-6D47-839F-4204BEAFBDB5}" type="pres">
      <dgm:prSet presAssocID="{D1D309FE-8ACA-4802-8343-3C88318FBF2A}" presName="bgRect" presStyleLbl="bgAccFollowNode1" presStyleIdx="5" presStyleCnt="6"/>
      <dgm:spPr/>
    </dgm:pt>
    <dgm:pt modelId="{3F3A1C68-025D-7A49-8D47-6FF2FFE7D06E}" type="pres">
      <dgm:prSet presAssocID="{FAFA71D8-45C4-4C14-8A4F-15F4F28FA7D7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4DC1023A-1F14-F14E-9084-6C359DD674E6}" type="pres">
      <dgm:prSet presAssocID="{D1D309FE-8ACA-4802-8343-3C88318FBF2A}" presName="bottomLine" presStyleLbl="alignNode1" presStyleIdx="11" presStyleCnt="12">
        <dgm:presLayoutVars/>
      </dgm:prSet>
      <dgm:spPr/>
    </dgm:pt>
    <dgm:pt modelId="{E9632F6D-E6DF-254A-AE0B-BADAC5753BE9}" type="pres">
      <dgm:prSet presAssocID="{D1D309FE-8ACA-4802-8343-3C88318FBF2A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4D692B04-CA54-E547-8AF8-B040A0A9AA84}" type="presOf" srcId="{D1D309FE-8ACA-4802-8343-3C88318FBF2A}" destId="{EACBC45F-F473-6D47-839F-4204BEAFBDB5}" srcOrd="0" destOrd="0" presId="urn:microsoft.com/office/officeart/2016/7/layout/BasicLinearProcessNumbered"/>
    <dgm:cxn modelId="{0D483B21-BCDF-8B41-8D90-7CDA1B2D02C0}" type="presOf" srcId="{A6A092B7-1AEB-453A-B6B9-43F0C6C70A46}" destId="{01290146-3F9E-864E-9CDD-4277B8BA8A37}" srcOrd="0" destOrd="0" presId="urn:microsoft.com/office/officeart/2016/7/layout/BasicLinearProcessNumbered"/>
    <dgm:cxn modelId="{5AF9C82C-AB6E-4D4F-884F-35106BAE1D66}" srcId="{77928C5B-2E02-43AA-ABFB-0DE438302AE2}" destId="{F043F0A9-7913-422F-94EB-36807529E4E6}" srcOrd="2" destOrd="0" parTransId="{F3BA795E-7563-4E7B-B9DC-971F1774ED4C}" sibTransId="{9FC4B665-C1E2-421F-BAB8-8469FA843E2E}"/>
    <dgm:cxn modelId="{360AD139-9F7B-EF4C-88E2-B8DE54B91EEF}" type="presOf" srcId="{8064D17B-795E-4721-B327-6CEF7F4FF521}" destId="{086F6991-E87A-BA45-A980-4CC64FEAF831}" srcOrd="1" destOrd="0" presId="urn:microsoft.com/office/officeart/2016/7/layout/BasicLinearProcessNumbered"/>
    <dgm:cxn modelId="{FCC0253A-E56C-447C-92E1-73A4AD75F295}" srcId="{77928C5B-2E02-43AA-ABFB-0DE438302AE2}" destId="{EC4967F7-5CE0-4944-A96A-5CDE51DF1C3C}" srcOrd="1" destOrd="0" parTransId="{31AC8199-25E4-4874-8A4B-144D5F72A6C9}" sibTransId="{0C342365-F637-447B-9771-B135C143B0C8}"/>
    <dgm:cxn modelId="{3192A643-0971-CC4A-833C-FB607F7E9480}" type="presOf" srcId="{EC4967F7-5CE0-4944-A96A-5CDE51DF1C3C}" destId="{B83F0536-BEC1-844A-A064-BE5D3B071750}" srcOrd="0" destOrd="0" presId="urn:microsoft.com/office/officeart/2016/7/layout/BasicLinearProcessNumbered"/>
    <dgm:cxn modelId="{D5B2394F-8A3F-3C48-B00E-99BFED3A09A1}" type="presOf" srcId="{FAFA71D8-45C4-4C14-8A4F-15F4F28FA7D7}" destId="{3F3A1C68-025D-7A49-8D47-6FF2FFE7D06E}" srcOrd="0" destOrd="0" presId="urn:microsoft.com/office/officeart/2016/7/layout/BasicLinearProcessNumbered"/>
    <dgm:cxn modelId="{17FE2951-6020-0B4C-A1D7-ADDDFE567517}" type="presOf" srcId="{9FC4B665-C1E2-421F-BAB8-8469FA843E2E}" destId="{BA6445D9-7D02-E24C-A8EA-1D473D2BD1DD}" srcOrd="0" destOrd="0" presId="urn:microsoft.com/office/officeart/2016/7/layout/BasicLinearProcessNumbered"/>
    <dgm:cxn modelId="{74BF726D-561A-F546-B99F-778FF3DB07BA}" type="presOf" srcId="{EC4967F7-5CE0-4944-A96A-5CDE51DF1C3C}" destId="{762B29AD-67EC-A445-A479-0DB665E162A7}" srcOrd="1" destOrd="0" presId="urn:microsoft.com/office/officeart/2016/7/layout/BasicLinearProcessNumbered"/>
    <dgm:cxn modelId="{C4A4C472-9D57-D646-8F15-6CFECBCD96CC}" type="presOf" srcId="{77928C5B-2E02-43AA-ABFB-0DE438302AE2}" destId="{8D0B9D9D-AD18-314E-9EE3-BBE00D7CC600}" srcOrd="0" destOrd="0" presId="urn:microsoft.com/office/officeart/2016/7/layout/BasicLinearProcessNumbered"/>
    <dgm:cxn modelId="{CC5E5A81-99AF-E546-B2D2-20207153661D}" type="presOf" srcId="{F043F0A9-7913-422F-94EB-36807529E4E6}" destId="{86C05504-184A-914A-8F1F-68B5BA14BC74}" srcOrd="1" destOrd="0" presId="urn:microsoft.com/office/officeart/2016/7/layout/BasicLinearProcessNumbered"/>
    <dgm:cxn modelId="{E8E7A387-94CF-7A4F-B0F9-8BCFAD8D1DCE}" type="presOf" srcId="{F043F0A9-7913-422F-94EB-36807529E4E6}" destId="{341CC8C1-11DF-1C4C-843E-4B9CD5EA654F}" srcOrd="0" destOrd="0" presId="urn:microsoft.com/office/officeart/2016/7/layout/BasicLinearProcessNumbered"/>
    <dgm:cxn modelId="{3F11BE88-093F-A147-9885-18D6654201FB}" type="presOf" srcId="{39386E9E-229E-4A21-A25A-EE70410BB3BA}" destId="{E8CB933C-7F9F-4E49-A7B9-CBC0F812A694}" srcOrd="0" destOrd="0" presId="urn:microsoft.com/office/officeart/2016/7/layout/BasicLinearProcessNumbered"/>
    <dgm:cxn modelId="{215F1E92-0F11-FD45-A4C9-E329031B3805}" type="presOf" srcId="{9D0BB4EB-21DA-4E0A-A8E5-B9465DB9CB2F}" destId="{66A3B703-C5B2-9C42-9E5A-FA077D5B8CA4}" srcOrd="1" destOrd="0" presId="urn:microsoft.com/office/officeart/2016/7/layout/BasicLinearProcessNumbered"/>
    <dgm:cxn modelId="{AC14E099-3E65-294C-974E-1649484A47AE}" type="presOf" srcId="{9D0BB4EB-21DA-4E0A-A8E5-B9465DB9CB2F}" destId="{8FCA8E94-1D63-1C42-B3BF-AE5101950565}" srcOrd="0" destOrd="0" presId="urn:microsoft.com/office/officeart/2016/7/layout/BasicLinearProcessNumbered"/>
    <dgm:cxn modelId="{C73935A7-C458-1A47-8BDB-10F614278BF5}" type="presOf" srcId="{D1D309FE-8ACA-4802-8343-3C88318FBF2A}" destId="{E9632F6D-E6DF-254A-AE0B-BADAC5753BE9}" srcOrd="1" destOrd="0" presId="urn:microsoft.com/office/officeart/2016/7/layout/BasicLinearProcessNumbered"/>
    <dgm:cxn modelId="{777A93A7-D747-EA4C-B61B-D456BFB27F2D}" type="presOf" srcId="{39386E9E-229E-4A21-A25A-EE70410BB3BA}" destId="{B41275B7-266E-CE40-9084-B3E7B2DC9935}" srcOrd="1" destOrd="0" presId="urn:microsoft.com/office/officeart/2016/7/layout/BasicLinearProcessNumbered"/>
    <dgm:cxn modelId="{FFCFA3AD-E9A7-E942-8795-217DD5EDEFD9}" type="presOf" srcId="{8064D17B-795E-4721-B327-6CEF7F4FF521}" destId="{49EE8441-3196-B241-BA37-CF6C41A8EA7D}" srcOrd="0" destOrd="0" presId="urn:microsoft.com/office/officeart/2016/7/layout/BasicLinearProcessNumbered"/>
    <dgm:cxn modelId="{AB9CD7B5-9C18-104A-9EB2-4673613B7ACB}" type="presOf" srcId="{86B80EF9-5B22-4828-BA28-DADDA9F45D67}" destId="{763365F0-18BB-FA42-882B-2075E3CBBE7F}" srcOrd="0" destOrd="0" presId="urn:microsoft.com/office/officeart/2016/7/layout/BasicLinearProcessNumbered"/>
    <dgm:cxn modelId="{7ED59FB6-E9EF-4850-AF41-3BAC93317BA8}" srcId="{77928C5B-2E02-43AA-ABFB-0DE438302AE2}" destId="{39386E9E-229E-4A21-A25A-EE70410BB3BA}" srcOrd="0" destOrd="0" parTransId="{F1F3D3BA-6664-4EE1-8E81-2790AA9FBFD5}" sibTransId="{A6A092B7-1AEB-453A-B6B9-43F0C6C70A46}"/>
    <dgm:cxn modelId="{4F1264BA-1101-4010-9499-5E16973E6BAE}" srcId="{77928C5B-2E02-43AA-ABFB-0DE438302AE2}" destId="{8064D17B-795E-4721-B327-6CEF7F4FF521}" srcOrd="3" destOrd="0" parTransId="{1F318D50-28B3-43BF-A50E-8B21A0DF7166}" sibTransId="{1AFD107A-10A2-4F86-B9C6-275C140A58F0}"/>
    <dgm:cxn modelId="{BF165DD1-69AB-A04F-AC3D-9F1EB66ACAF6}" type="presOf" srcId="{1AFD107A-10A2-4F86-B9C6-275C140A58F0}" destId="{F3789948-0D82-3A40-99B4-360F5142E1EE}" srcOrd="0" destOrd="0" presId="urn:microsoft.com/office/officeart/2016/7/layout/BasicLinearProcessNumbered"/>
    <dgm:cxn modelId="{6451D4E5-CFBD-4DB6-802C-16E99DB64DCC}" srcId="{77928C5B-2E02-43AA-ABFB-0DE438302AE2}" destId="{9D0BB4EB-21DA-4E0A-A8E5-B9465DB9CB2F}" srcOrd="4" destOrd="0" parTransId="{40085B79-D77E-4054-ACB7-47294A14CF14}" sibTransId="{86B80EF9-5B22-4828-BA28-DADDA9F45D67}"/>
    <dgm:cxn modelId="{60C7BCF5-8B40-044F-9A55-809B8F3103C4}" type="presOf" srcId="{0C342365-F637-447B-9771-B135C143B0C8}" destId="{5AAE5B41-3A4B-7743-BF87-0133870C05AC}" srcOrd="0" destOrd="0" presId="urn:microsoft.com/office/officeart/2016/7/layout/BasicLinearProcessNumbered"/>
    <dgm:cxn modelId="{9E6A13F9-8390-4579-8940-6197F34662EB}" srcId="{77928C5B-2E02-43AA-ABFB-0DE438302AE2}" destId="{D1D309FE-8ACA-4802-8343-3C88318FBF2A}" srcOrd="5" destOrd="0" parTransId="{1ABCC442-9F67-4715-99D5-BEE522BE25ED}" sibTransId="{FAFA71D8-45C4-4C14-8A4F-15F4F28FA7D7}"/>
    <dgm:cxn modelId="{3D3503F1-FE8C-D348-B87F-DB2141D43AE4}" type="presParOf" srcId="{8D0B9D9D-AD18-314E-9EE3-BBE00D7CC600}" destId="{E53A0F3E-11C3-D747-9F78-1BC0A7C0492C}" srcOrd="0" destOrd="0" presId="urn:microsoft.com/office/officeart/2016/7/layout/BasicLinearProcessNumbered"/>
    <dgm:cxn modelId="{DC2DA016-2735-3A44-B52D-5E776493FB3D}" type="presParOf" srcId="{E53A0F3E-11C3-D747-9F78-1BC0A7C0492C}" destId="{E8CB933C-7F9F-4E49-A7B9-CBC0F812A694}" srcOrd="0" destOrd="0" presId="urn:microsoft.com/office/officeart/2016/7/layout/BasicLinearProcessNumbered"/>
    <dgm:cxn modelId="{55915B10-4AC9-B44E-98D4-554A2417DD1A}" type="presParOf" srcId="{E53A0F3E-11C3-D747-9F78-1BC0A7C0492C}" destId="{01290146-3F9E-864E-9CDD-4277B8BA8A37}" srcOrd="1" destOrd="0" presId="urn:microsoft.com/office/officeart/2016/7/layout/BasicLinearProcessNumbered"/>
    <dgm:cxn modelId="{F84F1007-C548-8749-BB8C-F884D2AC25AF}" type="presParOf" srcId="{E53A0F3E-11C3-D747-9F78-1BC0A7C0492C}" destId="{8FDC20A3-F107-5748-9C8E-D7C381C892A1}" srcOrd="2" destOrd="0" presId="urn:microsoft.com/office/officeart/2016/7/layout/BasicLinearProcessNumbered"/>
    <dgm:cxn modelId="{FCEE9D84-1E6A-6E46-970F-A520A6B9801C}" type="presParOf" srcId="{E53A0F3E-11C3-D747-9F78-1BC0A7C0492C}" destId="{B41275B7-266E-CE40-9084-B3E7B2DC9935}" srcOrd="3" destOrd="0" presId="urn:microsoft.com/office/officeart/2016/7/layout/BasicLinearProcessNumbered"/>
    <dgm:cxn modelId="{0F9E206D-AFDA-D64E-9675-5229EBCFCFE9}" type="presParOf" srcId="{8D0B9D9D-AD18-314E-9EE3-BBE00D7CC600}" destId="{C9E92B48-75FF-984C-8BB1-3518053C5163}" srcOrd="1" destOrd="0" presId="urn:microsoft.com/office/officeart/2016/7/layout/BasicLinearProcessNumbered"/>
    <dgm:cxn modelId="{1398D445-5FFE-184E-AF83-9AC9BA23FC6E}" type="presParOf" srcId="{8D0B9D9D-AD18-314E-9EE3-BBE00D7CC600}" destId="{C9635C55-A8B5-7F47-B4CA-7B67B027572C}" srcOrd="2" destOrd="0" presId="urn:microsoft.com/office/officeart/2016/7/layout/BasicLinearProcessNumbered"/>
    <dgm:cxn modelId="{F484AB9C-D1EA-744C-9AC6-8C4D873BF258}" type="presParOf" srcId="{C9635C55-A8B5-7F47-B4CA-7B67B027572C}" destId="{B83F0536-BEC1-844A-A064-BE5D3B071750}" srcOrd="0" destOrd="0" presId="urn:microsoft.com/office/officeart/2016/7/layout/BasicLinearProcessNumbered"/>
    <dgm:cxn modelId="{B2ED929C-6A09-0443-BABB-96EDEB8D5EC2}" type="presParOf" srcId="{C9635C55-A8B5-7F47-B4CA-7B67B027572C}" destId="{5AAE5B41-3A4B-7743-BF87-0133870C05AC}" srcOrd="1" destOrd="0" presId="urn:microsoft.com/office/officeart/2016/7/layout/BasicLinearProcessNumbered"/>
    <dgm:cxn modelId="{E257828B-A1A6-7D4D-9BCE-7E2BA05D76BA}" type="presParOf" srcId="{C9635C55-A8B5-7F47-B4CA-7B67B027572C}" destId="{684A34E2-5449-2444-8FD0-729C814A9545}" srcOrd="2" destOrd="0" presId="urn:microsoft.com/office/officeart/2016/7/layout/BasicLinearProcessNumbered"/>
    <dgm:cxn modelId="{FE992224-D100-DF4C-A712-E69E83E0C1EA}" type="presParOf" srcId="{C9635C55-A8B5-7F47-B4CA-7B67B027572C}" destId="{762B29AD-67EC-A445-A479-0DB665E162A7}" srcOrd="3" destOrd="0" presId="urn:microsoft.com/office/officeart/2016/7/layout/BasicLinearProcessNumbered"/>
    <dgm:cxn modelId="{42374E25-01DA-4A46-9551-80226C206538}" type="presParOf" srcId="{8D0B9D9D-AD18-314E-9EE3-BBE00D7CC600}" destId="{8A540AF0-EE69-FF4B-9789-745CBA80FB26}" srcOrd="3" destOrd="0" presId="urn:microsoft.com/office/officeart/2016/7/layout/BasicLinearProcessNumbered"/>
    <dgm:cxn modelId="{8A7C48DF-7F8D-194B-A5FA-A9D57F1888FE}" type="presParOf" srcId="{8D0B9D9D-AD18-314E-9EE3-BBE00D7CC600}" destId="{025AB521-884E-8D42-8E91-A28A12E976CE}" srcOrd="4" destOrd="0" presId="urn:microsoft.com/office/officeart/2016/7/layout/BasicLinearProcessNumbered"/>
    <dgm:cxn modelId="{4BB316E3-A6F4-054A-8899-0F93B468CDCF}" type="presParOf" srcId="{025AB521-884E-8D42-8E91-A28A12E976CE}" destId="{341CC8C1-11DF-1C4C-843E-4B9CD5EA654F}" srcOrd="0" destOrd="0" presId="urn:microsoft.com/office/officeart/2016/7/layout/BasicLinearProcessNumbered"/>
    <dgm:cxn modelId="{8B1EA883-E69A-2E47-89E0-7A75659A85E6}" type="presParOf" srcId="{025AB521-884E-8D42-8E91-A28A12E976CE}" destId="{BA6445D9-7D02-E24C-A8EA-1D473D2BD1DD}" srcOrd="1" destOrd="0" presId="urn:microsoft.com/office/officeart/2016/7/layout/BasicLinearProcessNumbered"/>
    <dgm:cxn modelId="{C2EE2EE8-61B0-524B-BF53-0347BBF4AC3F}" type="presParOf" srcId="{025AB521-884E-8D42-8E91-A28A12E976CE}" destId="{3829323F-3C95-BC4A-BD33-0F88F2412D17}" srcOrd="2" destOrd="0" presId="urn:microsoft.com/office/officeart/2016/7/layout/BasicLinearProcessNumbered"/>
    <dgm:cxn modelId="{2FEF7C6C-8179-EA45-BDEA-769F840446B7}" type="presParOf" srcId="{025AB521-884E-8D42-8E91-A28A12E976CE}" destId="{86C05504-184A-914A-8F1F-68B5BA14BC74}" srcOrd="3" destOrd="0" presId="urn:microsoft.com/office/officeart/2016/7/layout/BasicLinearProcessNumbered"/>
    <dgm:cxn modelId="{F9D11EC8-EE0D-D143-9B90-527E672755FC}" type="presParOf" srcId="{8D0B9D9D-AD18-314E-9EE3-BBE00D7CC600}" destId="{47FE813F-FEC3-184D-8E17-3B184A10948D}" srcOrd="5" destOrd="0" presId="urn:microsoft.com/office/officeart/2016/7/layout/BasicLinearProcessNumbered"/>
    <dgm:cxn modelId="{6852BB8B-2D3D-574F-93E1-D63C39ABC555}" type="presParOf" srcId="{8D0B9D9D-AD18-314E-9EE3-BBE00D7CC600}" destId="{A9279127-3544-7849-AEAD-C5EEE3BCB9AF}" srcOrd="6" destOrd="0" presId="urn:microsoft.com/office/officeart/2016/7/layout/BasicLinearProcessNumbered"/>
    <dgm:cxn modelId="{E3D40CB9-2B54-0142-9702-0383D95E877A}" type="presParOf" srcId="{A9279127-3544-7849-AEAD-C5EEE3BCB9AF}" destId="{49EE8441-3196-B241-BA37-CF6C41A8EA7D}" srcOrd="0" destOrd="0" presId="urn:microsoft.com/office/officeart/2016/7/layout/BasicLinearProcessNumbered"/>
    <dgm:cxn modelId="{275229CD-07DF-794D-9517-0E24F5B29EA8}" type="presParOf" srcId="{A9279127-3544-7849-AEAD-C5EEE3BCB9AF}" destId="{F3789948-0D82-3A40-99B4-360F5142E1EE}" srcOrd="1" destOrd="0" presId="urn:microsoft.com/office/officeart/2016/7/layout/BasicLinearProcessNumbered"/>
    <dgm:cxn modelId="{E19D427C-807A-A043-B91D-21C3F2DB5D1D}" type="presParOf" srcId="{A9279127-3544-7849-AEAD-C5EEE3BCB9AF}" destId="{CDA5F722-A5D7-3343-AE4D-027066EAECCF}" srcOrd="2" destOrd="0" presId="urn:microsoft.com/office/officeart/2016/7/layout/BasicLinearProcessNumbered"/>
    <dgm:cxn modelId="{45F0EF4E-CB27-3647-8548-C23D726F7C94}" type="presParOf" srcId="{A9279127-3544-7849-AEAD-C5EEE3BCB9AF}" destId="{086F6991-E87A-BA45-A980-4CC64FEAF831}" srcOrd="3" destOrd="0" presId="urn:microsoft.com/office/officeart/2016/7/layout/BasicLinearProcessNumbered"/>
    <dgm:cxn modelId="{F67FCCE5-C00D-1947-901F-A7E0F8B0B0B5}" type="presParOf" srcId="{8D0B9D9D-AD18-314E-9EE3-BBE00D7CC600}" destId="{204A1F39-9555-C44C-A95D-09584F89E155}" srcOrd="7" destOrd="0" presId="urn:microsoft.com/office/officeart/2016/7/layout/BasicLinearProcessNumbered"/>
    <dgm:cxn modelId="{E1D10CE4-8B50-0541-B666-5E8327074041}" type="presParOf" srcId="{8D0B9D9D-AD18-314E-9EE3-BBE00D7CC600}" destId="{2EC8AA21-4C4C-764C-BBE0-61B6B2701808}" srcOrd="8" destOrd="0" presId="urn:microsoft.com/office/officeart/2016/7/layout/BasicLinearProcessNumbered"/>
    <dgm:cxn modelId="{9CF6E624-7C76-E941-90C1-9CC5204EFF0C}" type="presParOf" srcId="{2EC8AA21-4C4C-764C-BBE0-61B6B2701808}" destId="{8FCA8E94-1D63-1C42-B3BF-AE5101950565}" srcOrd="0" destOrd="0" presId="urn:microsoft.com/office/officeart/2016/7/layout/BasicLinearProcessNumbered"/>
    <dgm:cxn modelId="{B745B558-2E79-C446-9771-5850E1241BA8}" type="presParOf" srcId="{2EC8AA21-4C4C-764C-BBE0-61B6B2701808}" destId="{763365F0-18BB-FA42-882B-2075E3CBBE7F}" srcOrd="1" destOrd="0" presId="urn:microsoft.com/office/officeart/2016/7/layout/BasicLinearProcessNumbered"/>
    <dgm:cxn modelId="{24B3CFD3-935D-9245-9F58-ED09A0E8C94B}" type="presParOf" srcId="{2EC8AA21-4C4C-764C-BBE0-61B6B2701808}" destId="{04137600-28C3-9F4F-A60E-E4B852FF0AD5}" srcOrd="2" destOrd="0" presId="urn:microsoft.com/office/officeart/2016/7/layout/BasicLinearProcessNumbered"/>
    <dgm:cxn modelId="{F4007805-F3A4-8849-A548-A81969350A49}" type="presParOf" srcId="{2EC8AA21-4C4C-764C-BBE0-61B6B2701808}" destId="{66A3B703-C5B2-9C42-9E5A-FA077D5B8CA4}" srcOrd="3" destOrd="0" presId="urn:microsoft.com/office/officeart/2016/7/layout/BasicLinearProcessNumbered"/>
    <dgm:cxn modelId="{FA20C23F-3C53-1343-B953-56AC9CF5DF4C}" type="presParOf" srcId="{8D0B9D9D-AD18-314E-9EE3-BBE00D7CC600}" destId="{8463977E-D429-A14C-B1F4-99F83AF64BBC}" srcOrd="9" destOrd="0" presId="urn:microsoft.com/office/officeart/2016/7/layout/BasicLinearProcessNumbered"/>
    <dgm:cxn modelId="{CE2993C5-F325-9544-BFFB-ECCD15BF2EB5}" type="presParOf" srcId="{8D0B9D9D-AD18-314E-9EE3-BBE00D7CC600}" destId="{A0655A19-24B1-5E40-8AC5-08E0470EA333}" srcOrd="10" destOrd="0" presId="urn:microsoft.com/office/officeart/2016/7/layout/BasicLinearProcessNumbered"/>
    <dgm:cxn modelId="{4B2A7FAC-7868-944C-928F-A599A70D686C}" type="presParOf" srcId="{A0655A19-24B1-5E40-8AC5-08E0470EA333}" destId="{EACBC45F-F473-6D47-839F-4204BEAFBDB5}" srcOrd="0" destOrd="0" presId="urn:microsoft.com/office/officeart/2016/7/layout/BasicLinearProcessNumbered"/>
    <dgm:cxn modelId="{B46C7CC0-4089-4C4D-8AC4-2AD55C71CA66}" type="presParOf" srcId="{A0655A19-24B1-5E40-8AC5-08E0470EA333}" destId="{3F3A1C68-025D-7A49-8D47-6FF2FFE7D06E}" srcOrd="1" destOrd="0" presId="urn:microsoft.com/office/officeart/2016/7/layout/BasicLinearProcessNumbered"/>
    <dgm:cxn modelId="{1C9E768C-17D5-604C-9EF9-23588A701B2B}" type="presParOf" srcId="{A0655A19-24B1-5E40-8AC5-08E0470EA333}" destId="{4DC1023A-1F14-F14E-9084-6C359DD674E6}" srcOrd="2" destOrd="0" presId="urn:microsoft.com/office/officeart/2016/7/layout/BasicLinearProcessNumbered"/>
    <dgm:cxn modelId="{0D2AB5FE-FB23-E34A-BA04-717C54BCE5F9}" type="presParOf" srcId="{A0655A19-24B1-5E40-8AC5-08E0470EA333}" destId="{E9632F6D-E6DF-254A-AE0B-BADAC5753BE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40D6A2-49B3-416F-A467-A5A7DC1F964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F85C787-A97C-4F92-BD89-ADCF2B43699B}">
      <dgm:prSet/>
      <dgm:spPr/>
      <dgm:t>
        <a:bodyPr/>
        <a:lstStyle/>
        <a:p>
          <a:r>
            <a:rPr lang="en-US"/>
            <a:t>• Shows selected Wi-Fi access points</a:t>
          </a:r>
        </a:p>
      </dgm:t>
    </dgm:pt>
    <dgm:pt modelId="{110FAAB1-3322-42FE-B050-BBA40146BAB9}" type="parTrans" cxnId="{0B319C0B-57ED-4C97-B88A-AD25E67BFF5B}">
      <dgm:prSet/>
      <dgm:spPr/>
      <dgm:t>
        <a:bodyPr/>
        <a:lstStyle/>
        <a:p>
          <a:endParaRPr lang="en-US"/>
        </a:p>
      </dgm:t>
    </dgm:pt>
    <dgm:pt modelId="{511C295B-2658-4648-882B-62E4AFFF0D61}" type="sibTrans" cxnId="{0B319C0B-57ED-4C97-B88A-AD25E67BFF5B}">
      <dgm:prSet/>
      <dgm:spPr/>
      <dgm:t>
        <a:bodyPr/>
        <a:lstStyle/>
        <a:p>
          <a:endParaRPr lang="en-US"/>
        </a:p>
      </dgm:t>
    </dgm:pt>
    <dgm:pt modelId="{D53A8325-640E-43F1-A97A-1B98CBF49DAE}">
      <dgm:prSet/>
      <dgm:spPr/>
      <dgm:t>
        <a:bodyPr/>
        <a:lstStyle/>
        <a:p>
          <a:r>
            <a:rPr lang="en-US"/>
            <a:t>• Displays total cost and total cable distance</a:t>
          </a:r>
        </a:p>
      </dgm:t>
    </dgm:pt>
    <dgm:pt modelId="{F1EC1E86-E645-4033-AFDE-5D0E0364E38B}" type="parTrans" cxnId="{BA2391A4-58F9-403D-9B9C-D1E95B9896B1}">
      <dgm:prSet/>
      <dgm:spPr/>
      <dgm:t>
        <a:bodyPr/>
        <a:lstStyle/>
        <a:p>
          <a:endParaRPr lang="en-US"/>
        </a:p>
      </dgm:t>
    </dgm:pt>
    <dgm:pt modelId="{2C16FD2F-520C-4CA3-BE35-AC42773876C6}" type="sibTrans" cxnId="{BA2391A4-58F9-403D-9B9C-D1E95B9896B1}">
      <dgm:prSet/>
      <dgm:spPr/>
      <dgm:t>
        <a:bodyPr/>
        <a:lstStyle/>
        <a:p>
          <a:endParaRPr lang="en-US"/>
        </a:p>
      </dgm:t>
    </dgm:pt>
    <dgm:pt modelId="{FD2BB1C2-67CB-4849-8905-BA936C7C33BB}">
      <dgm:prSet/>
      <dgm:spPr/>
      <dgm:t>
        <a:bodyPr/>
        <a:lstStyle/>
        <a:p>
          <a:r>
            <a:rPr lang="en-US"/>
            <a:t>• Visual layout of selected routers and connections</a:t>
          </a:r>
        </a:p>
      </dgm:t>
    </dgm:pt>
    <dgm:pt modelId="{B2FBE2B9-A6FC-408D-BCD9-12393A4BF6A6}" type="parTrans" cxnId="{F9E9255B-7F14-4DD5-AD8D-C24A76608413}">
      <dgm:prSet/>
      <dgm:spPr/>
      <dgm:t>
        <a:bodyPr/>
        <a:lstStyle/>
        <a:p>
          <a:endParaRPr lang="en-US"/>
        </a:p>
      </dgm:t>
    </dgm:pt>
    <dgm:pt modelId="{A130A845-69A2-4DC2-BD84-02B310708C6C}" type="sibTrans" cxnId="{F9E9255B-7F14-4DD5-AD8D-C24A76608413}">
      <dgm:prSet/>
      <dgm:spPr/>
      <dgm:t>
        <a:bodyPr/>
        <a:lstStyle/>
        <a:p>
          <a:endParaRPr lang="en-US"/>
        </a:p>
      </dgm:t>
    </dgm:pt>
    <dgm:pt modelId="{73CC4637-0F1B-4A69-8AAA-84553E6D6007}">
      <dgm:prSet/>
      <dgm:spPr/>
      <dgm:t>
        <a:bodyPr/>
        <a:lstStyle/>
        <a:p>
          <a:r>
            <a:rPr lang="en-US"/>
            <a:t>• Download CSV option for optimized configuration</a:t>
          </a:r>
        </a:p>
      </dgm:t>
    </dgm:pt>
    <dgm:pt modelId="{B6FA15BB-8A29-4FA9-B6E6-D769A73A6E0B}" type="parTrans" cxnId="{5FCCDBA4-B1F9-4318-8ECF-CDEA287F9D36}">
      <dgm:prSet/>
      <dgm:spPr/>
      <dgm:t>
        <a:bodyPr/>
        <a:lstStyle/>
        <a:p>
          <a:endParaRPr lang="en-US"/>
        </a:p>
      </dgm:t>
    </dgm:pt>
    <dgm:pt modelId="{A8467F02-C0F5-4EBB-BDAA-A0933FB629BA}" type="sibTrans" cxnId="{5FCCDBA4-B1F9-4318-8ECF-CDEA287F9D36}">
      <dgm:prSet/>
      <dgm:spPr/>
      <dgm:t>
        <a:bodyPr/>
        <a:lstStyle/>
        <a:p>
          <a:endParaRPr lang="en-US"/>
        </a:p>
      </dgm:t>
    </dgm:pt>
    <dgm:pt modelId="{93CBCACF-D0F2-4803-8092-1C6127A0D201}" type="pres">
      <dgm:prSet presAssocID="{8140D6A2-49B3-416F-A467-A5A7DC1F9642}" presName="root" presStyleCnt="0">
        <dgm:presLayoutVars>
          <dgm:dir/>
          <dgm:resizeHandles val="exact"/>
        </dgm:presLayoutVars>
      </dgm:prSet>
      <dgm:spPr/>
    </dgm:pt>
    <dgm:pt modelId="{AB52DA9D-DB7F-42F9-864C-2386BDAF349B}" type="pres">
      <dgm:prSet presAssocID="{8140D6A2-49B3-416F-A467-A5A7DC1F9642}" presName="container" presStyleCnt="0">
        <dgm:presLayoutVars>
          <dgm:dir/>
          <dgm:resizeHandles val="exact"/>
        </dgm:presLayoutVars>
      </dgm:prSet>
      <dgm:spPr/>
    </dgm:pt>
    <dgm:pt modelId="{AAA42254-B6BA-493B-8E3D-423A4D83EC1B}" type="pres">
      <dgm:prSet presAssocID="{DF85C787-A97C-4F92-BD89-ADCF2B43699B}" presName="compNode" presStyleCnt="0"/>
      <dgm:spPr/>
    </dgm:pt>
    <dgm:pt modelId="{87341C41-9A70-47BF-A8A2-6B879E6D6086}" type="pres">
      <dgm:prSet presAssocID="{DF85C787-A97C-4F92-BD89-ADCF2B43699B}" presName="iconBgRect" presStyleLbl="bgShp" presStyleIdx="0" presStyleCnt="4"/>
      <dgm:spPr/>
    </dgm:pt>
    <dgm:pt modelId="{C6329469-4442-4F40-A82E-B349A456F540}" type="pres">
      <dgm:prSet presAssocID="{DF85C787-A97C-4F92-BD89-ADCF2B4369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DA844D53-9676-4610-BB7F-16315B0C0CB4}" type="pres">
      <dgm:prSet presAssocID="{DF85C787-A97C-4F92-BD89-ADCF2B43699B}" presName="spaceRect" presStyleCnt="0"/>
      <dgm:spPr/>
    </dgm:pt>
    <dgm:pt modelId="{F623568D-840E-4720-8053-06FE666B1C64}" type="pres">
      <dgm:prSet presAssocID="{DF85C787-A97C-4F92-BD89-ADCF2B43699B}" presName="textRect" presStyleLbl="revTx" presStyleIdx="0" presStyleCnt="4">
        <dgm:presLayoutVars>
          <dgm:chMax val="1"/>
          <dgm:chPref val="1"/>
        </dgm:presLayoutVars>
      </dgm:prSet>
      <dgm:spPr/>
    </dgm:pt>
    <dgm:pt modelId="{14F173B1-0435-4B39-83F4-00B50A3F1414}" type="pres">
      <dgm:prSet presAssocID="{511C295B-2658-4648-882B-62E4AFFF0D61}" presName="sibTrans" presStyleLbl="sibTrans2D1" presStyleIdx="0" presStyleCnt="0"/>
      <dgm:spPr/>
    </dgm:pt>
    <dgm:pt modelId="{126D4BFA-F618-4E95-993F-B1CA39364D19}" type="pres">
      <dgm:prSet presAssocID="{D53A8325-640E-43F1-A97A-1B98CBF49DAE}" presName="compNode" presStyleCnt="0"/>
      <dgm:spPr/>
    </dgm:pt>
    <dgm:pt modelId="{6546D333-94FD-4916-9CE9-0C1DFB41946E}" type="pres">
      <dgm:prSet presAssocID="{D53A8325-640E-43F1-A97A-1B98CBF49DAE}" presName="iconBgRect" presStyleLbl="bgShp" presStyleIdx="1" presStyleCnt="4"/>
      <dgm:spPr/>
    </dgm:pt>
    <dgm:pt modelId="{F2EA3CE4-9830-47B6-8831-09DC9897F558}" type="pres">
      <dgm:prSet presAssocID="{D53A8325-640E-43F1-A97A-1B98CBF49D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59ED3DBA-05AC-4F82-B8B7-3F6DE61829D1}" type="pres">
      <dgm:prSet presAssocID="{D53A8325-640E-43F1-A97A-1B98CBF49DAE}" presName="spaceRect" presStyleCnt="0"/>
      <dgm:spPr/>
    </dgm:pt>
    <dgm:pt modelId="{BAFB9DDE-1F76-4CF4-A8D3-5E3D63C29C11}" type="pres">
      <dgm:prSet presAssocID="{D53A8325-640E-43F1-A97A-1B98CBF49DAE}" presName="textRect" presStyleLbl="revTx" presStyleIdx="1" presStyleCnt="4">
        <dgm:presLayoutVars>
          <dgm:chMax val="1"/>
          <dgm:chPref val="1"/>
        </dgm:presLayoutVars>
      </dgm:prSet>
      <dgm:spPr/>
    </dgm:pt>
    <dgm:pt modelId="{7F80EC13-7D86-488E-969B-2096299F37E5}" type="pres">
      <dgm:prSet presAssocID="{2C16FD2F-520C-4CA3-BE35-AC42773876C6}" presName="sibTrans" presStyleLbl="sibTrans2D1" presStyleIdx="0" presStyleCnt="0"/>
      <dgm:spPr/>
    </dgm:pt>
    <dgm:pt modelId="{37EECFBD-C7D5-4025-A541-15187308C8A0}" type="pres">
      <dgm:prSet presAssocID="{FD2BB1C2-67CB-4849-8905-BA936C7C33BB}" presName="compNode" presStyleCnt="0"/>
      <dgm:spPr/>
    </dgm:pt>
    <dgm:pt modelId="{5F5E6466-C176-4459-82EA-CA67697DFBC9}" type="pres">
      <dgm:prSet presAssocID="{FD2BB1C2-67CB-4849-8905-BA936C7C33BB}" presName="iconBgRect" presStyleLbl="bgShp" presStyleIdx="2" presStyleCnt="4"/>
      <dgm:spPr/>
    </dgm:pt>
    <dgm:pt modelId="{3894BCE5-AB2D-48E2-93FB-62837337260A}" type="pres">
      <dgm:prSet presAssocID="{FD2BB1C2-67CB-4849-8905-BA936C7C33B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1D57E96D-34EE-49EB-8732-3A13A2D5A97B}" type="pres">
      <dgm:prSet presAssocID="{FD2BB1C2-67CB-4849-8905-BA936C7C33BB}" presName="spaceRect" presStyleCnt="0"/>
      <dgm:spPr/>
    </dgm:pt>
    <dgm:pt modelId="{CB947D67-D11C-4503-9E99-8DF9951C8572}" type="pres">
      <dgm:prSet presAssocID="{FD2BB1C2-67CB-4849-8905-BA936C7C33BB}" presName="textRect" presStyleLbl="revTx" presStyleIdx="2" presStyleCnt="4">
        <dgm:presLayoutVars>
          <dgm:chMax val="1"/>
          <dgm:chPref val="1"/>
        </dgm:presLayoutVars>
      </dgm:prSet>
      <dgm:spPr/>
    </dgm:pt>
    <dgm:pt modelId="{059C33C4-9F7C-4547-949D-678362D36D76}" type="pres">
      <dgm:prSet presAssocID="{A130A845-69A2-4DC2-BD84-02B310708C6C}" presName="sibTrans" presStyleLbl="sibTrans2D1" presStyleIdx="0" presStyleCnt="0"/>
      <dgm:spPr/>
    </dgm:pt>
    <dgm:pt modelId="{86A97FB1-94D0-47CA-9A26-4CB2542390D9}" type="pres">
      <dgm:prSet presAssocID="{73CC4637-0F1B-4A69-8AAA-84553E6D6007}" presName="compNode" presStyleCnt="0"/>
      <dgm:spPr/>
    </dgm:pt>
    <dgm:pt modelId="{CEF4901C-4A33-481E-9C5D-6FEDDDE062EF}" type="pres">
      <dgm:prSet presAssocID="{73CC4637-0F1B-4A69-8AAA-84553E6D6007}" presName="iconBgRect" presStyleLbl="bgShp" presStyleIdx="3" presStyleCnt="4"/>
      <dgm:spPr/>
    </dgm:pt>
    <dgm:pt modelId="{5C3C6E8E-B0B3-46D2-83CF-F451830F6669}" type="pres">
      <dgm:prSet presAssocID="{73CC4637-0F1B-4A69-8AAA-84553E6D600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811474F6-7376-4FC7-B613-99930922BE5F}" type="pres">
      <dgm:prSet presAssocID="{73CC4637-0F1B-4A69-8AAA-84553E6D6007}" presName="spaceRect" presStyleCnt="0"/>
      <dgm:spPr/>
    </dgm:pt>
    <dgm:pt modelId="{7F4BE459-316B-4AD8-8FA6-65A129A8F2C6}" type="pres">
      <dgm:prSet presAssocID="{73CC4637-0F1B-4A69-8AAA-84553E6D600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A9EC01-0EF3-48A4-A234-91CE7E1A4FEF}" type="presOf" srcId="{A130A845-69A2-4DC2-BD84-02B310708C6C}" destId="{059C33C4-9F7C-4547-949D-678362D36D76}" srcOrd="0" destOrd="0" presId="urn:microsoft.com/office/officeart/2018/2/layout/IconCircleList"/>
    <dgm:cxn modelId="{0B319C0B-57ED-4C97-B88A-AD25E67BFF5B}" srcId="{8140D6A2-49B3-416F-A467-A5A7DC1F9642}" destId="{DF85C787-A97C-4F92-BD89-ADCF2B43699B}" srcOrd="0" destOrd="0" parTransId="{110FAAB1-3322-42FE-B050-BBA40146BAB9}" sibTransId="{511C295B-2658-4648-882B-62E4AFFF0D61}"/>
    <dgm:cxn modelId="{02D74033-0309-473F-868D-A22D9F73FBEE}" type="presOf" srcId="{73CC4637-0F1B-4A69-8AAA-84553E6D6007}" destId="{7F4BE459-316B-4AD8-8FA6-65A129A8F2C6}" srcOrd="0" destOrd="0" presId="urn:microsoft.com/office/officeart/2018/2/layout/IconCircleList"/>
    <dgm:cxn modelId="{B6208B3D-AE49-42E8-A5D0-4959B02C7238}" type="presOf" srcId="{FD2BB1C2-67CB-4849-8905-BA936C7C33BB}" destId="{CB947D67-D11C-4503-9E99-8DF9951C8572}" srcOrd="0" destOrd="0" presId="urn:microsoft.com/office/officeart/2018/2/layout/IconCircleList"/>
    <dgm:cxn modelId="{02BFA747-EB05-4FD5-B4B7-9D316BB92B59}" type="presOf" srcId="{511C295B-2658-4648-882B-62E4AFFF0D61}" destId="{14F173B1-0435-4B39-83F4-00B50A3F1414}" srcOrd="0" destOrd="0" presId="urn:microsoft.com/office/officeart/2018/2/layout/IconCircleList"/>
    <dgm:cxn modelId="{A687514F-1893-48A9-A876-02634AAC1488}" type="presOf" srcId="{8140D6A2-49B3-416F-A467-A5A7DC1F9642}" destId="{93CBCACF-D0F2-4803-8092-1C6127A0D201}" srcOrd="0" destOrd="0" presId="urn:microsoft.com/office/officeart/2018/2/layout/IconCircleList"/>
    <dgm:cxn modelId="{F9E9255B-7F14-4DD5-AD8D-C24A76608413}" srcId="{8140D6A2-49B3-416F-A467-A5A7DC1F9642}" destId="{FD2BB1C2-67CB-4849-8905-BA936C7C33BB}" srcOrd="2" destOrd="0" parTransId="{B2FBE2B9-A6FC-408D-BCD9-12393A4BF6A6}" sibTransId="{A130A845-69A2-4DC2-BD84-02B310708C6C}"/>
    <dgm:cxn modelId="{7C8CDA84-E715-4655-A1D9-68AB5A5729D0}" type="presOf" srcId="{D53A8325-640E-43F1-A97A-1B98CBF49DAE}" destId="{BAFB9DDE-1F76-4CF4-A8D3-5E3D63C29C11}" srcOrd="0" destOrd="0" presId="urn:microsoft.com/office/officeart/2018/2/layout/IconCircleList"/>
    <dgm:cxn modelId="{BA2391A4-58F9-403D-9B9C-D1E95B9896B1}" srcId="{8140D6A2-49B3-416F-A467-A5A7DC1F9642}" destId="{D53A8325-640E-43F1-A97A-1B98CBF49DAE}" srcOrd="1" destOrd="0" parTransId="{F1EC1E86-E645-4033-AFDE-5D0E0364E38B}" sibTransId="{2C16FD2F-520C-4CA3-BE35-AC42773876C6}"/>
    <dgm:cxn modelId="{5FCCDBA4-B1F9-4318-8ECF-CDEA287F9D36}" srcId="{8140D6A2-49B3-416F-A467-A5A7DC1F9642}" destId="{73CC4637-0F1B-4A69-8AAA-84553E6D6007}" srcOrd="3" destOrd="0" parTransId="{B6FA15BB-8A29-4FA9-B6E6-D769A73A6E0B}" sibTransId="{A8467F02-C0F5-4EBB-BDAA-A0933FB629BA}"/>
    <dgm:cxn modelId="{FF3F60B8-D3B1-4029-983C-4A4566348C3E}" type="presOf" srcId="{DF85C787-A97C-4F92-BD89-ADCF2B43699B}" destId="{F623568D-840E-4720-8053-06FE666B1C64}" srcOrd="0" destOrd="0" presId="urn:microsoft.com/office/officeart/2018/2/layout/IconCircleList"/>
    <dgm:cxn modelId="{61B217EC-B74C-4F54-A8C0-B452A25722ED}" type="presOf" srcId="{2C16FD2F-520C-4CA3-BE35-AC42773876C6}" destId="{7F80EC13-7D86-488E-969B-2096299F37E5}" srcOrd="0" destOrd="0" presId="urn:microsoft.com/office/officeart/2018/2/layout/IconCircleList"/>
    <dgm:cxn modelId="{7A82B50B-DDD0-4CC0-916A-E94B98F891AE}" type="presParOf" srcId="{93CBCACF-D0F2-4803-8092-1C6127A0D201}" destId="{AB52DA9D-DB7F-42F9-864C-2386BDAF349B}" srcOrd="0" destOrd="0" presId="urn:microsoft.com/office/officeart/2018/2/layout/IconCircleList"/>
    <dgm:cxn modelId="{696A7012-BB18-4D41-8275-3A2D01DABC46}" type="presParOf" srcId="{AB52DA9D-DB7F-42F9-864C-2386BDAF349B}" destId="{AAA42254-B6BA-493B-8E3D-423A4D83EC1B}" srcOrd="0" destOrd="0" presId="urn:microsoft.com/office/officeart/2018/2/layout/IconCircleList"/>
    <dgm:cxn modelId="{05D34D0C-9A0B-472E-974E-12C939F1B1FC}" type="presParOf" srcId="{AAA42254-B6BA-493B-8E3D-423A4D83EC1B}" destId="{87341C41-9A70-47BF-A8A2-6B879E6D6086}" srcOrd="0" destOrd="0" presId="urn:microsoft.com/office/officeart/2018/2/layout/IconCircleList"/>
    <dgm:cxn modelId="{DBDFC46D-5AFB-4D26-B74A-F0DD07FEE7E7}" type="presParOf" srcId="{AAA42254-B6BA-493B-8E3D-423A4D83EC1B}" destId="{C6329469-4442-4F40-A82E-B349A456F540}" srcOrd="1" destOrd="0" presId="urn:microsoft.com/office/officeart/2018/2/layout/IconCircleList"/>
    <dgm:cxn modelId="{D77EB17D-016D-46AF-93D1-9F80C1CA3099}" type="presParOf" srcId="{AAA42254-B6BA-493B-8E3D-423A4D83EC1B}" destId="{DA844D53-9676-4610-BB7F-16315B0C0CB4}" srcOrd="2" destOrd="0" presId="urn:microsoft.com/office/officeart/2018/2/layout/IconCircleList"/>
    <dgm:cxn modelId="{7997368E-084C-4D2C-86FD-7FA60DDC028D}" type="presParOf" srcId="{AAA42254-B6BA-493B-8E3D-423A4D83EC1B}" destId="{F623568D-840E-4720-8053-06FE666B1C64}" srcOrd="3" destOrd="0" presId="urn:microsoft.com/office/officeart/2018/2/layout/IconCircleList"/>
    <dgm:cxn modelId="{749F4532-DBCC-42AE-B893-E365B3B6B25B}" type="presParOf" srcId="{AB52DA9D-DB7F-42F9-864C-2386BDAF349B}" destId="{14F173B1-0435-4B39-83F4-00B50A3F1414}" srcOrd="1" destOrd="0" presId="urn:microsoft.com/office/officeart/2018/2/layout/IconCircleList"/>
    <dgm:cxn modelId="{7D0EC9AE-7DD2-4FBC-B4E0-3DEDB4079D4C}" type="presParOf" srcId="{AB52DA9D-DB7F-42F9-864C-2386BDAF349B}" destId="{126D4BFA-F618-4E95-993F-B1CA39364D19}" srcOrd="2" destOrd="0" presId="urn:microsoft.com/office/officeart/2018/2/layout/IconCircleList"/>
    <dgm:cxn modelId="{F868EA03-9099-4FFE-9F47-DB3F8FCA780B}" type="presParOf" srcId="{126D4BFA-F618-4E95-993F-B1CA39364D19}" destId="{6546D333-94FD-4916-9CE9-0C1DFB41946E}" srcOrd="0" destOrd="0" presId="urn:microsoft.com/office/officeart/2018/2/layout/IconCircleList"/>
    <dgm:cxn modelId="{CBC448B4-3937-476B-AB40-3C0175776838}" type="presParOf" srcId="{126D4BFA-F618-4E95-993F-B1CA39364D19}" destId="{F2EA3CE4-9830-47B6-8831-09DC9897F558}" srcOrd="1" destOrd="0" presId="urn:microsoft.com/office/officeart/2018/2/layout/IconCircleList"/>
    <dgm:cxn modelId="{C937A482-26CE-4D4F-BD6C-326E28AF26CA}" type="presParOf" srcId="{126D4BFA-F618-4E95-993F-B1CA39364D19}" destId="{59ED3DBA-05AC-4F82-B8B7-3F6DE61829D1}" srcOrd="2" destOrd="0" presId="urn:microsoft.com/office/officeart/2018/2/layout/IconCircleList"/>
    <dgm:cxn modelId="{CC35BC18-D2C7-4959-9BC6-804FC690E1CC}" type="presParOf" srcId="{126D4BFA-F618-4E95-993F-B1CA39364D19}" destId="{BAFB9DDE-1F76-4CF4-A8D3-5E3D63C29C11}" srcOrd="3" destOrd="0" presId="urn:microsoft.com/office/officeart/2018/2/layout/IconCircleList"/>
    <dgm:cxn modelId="{910C966E-BCF5-41A4-99D5-300395AC8077}" type="presParOf" srcId="{AB52DA9D-DB7F-42F9-864C-2386BDAF349B}" destId="{7F80EC13-7D86-488E-969B-2096299F37E5}" srcOrd="3" destOrd="0" presId="urn:microsoft.com/office/officeart/2018/2/layout/IconCircleList"/>
    <dgm:cxn modelId="{F82A2014-ACF7-42CE-8A96-3779BC57B2CA}" type="presParOf" srcId="{AB52DA9D-DB7F-42F9-864C-2386BDAF349B}" destId="{37EECFBD-C7D5-4025-A541-15187308C8A0}" srcOrd="4" destOrd="0" presId="urn:microsoft.com/office/officeart/2018/2/layout/IconCircleList"/>
    <dgm:cxn modelId="{52A91BA9-5D96-41C8-9578-99781A954276}" type="presParOf" srcId="{37EECFBD-C7D5-4025-A541-15187308C8A0}" destId="{5F5E6466-C176-4459-82EA-CA67697DFBC9}" srcOrd="0" destOrd="0" presId="urn:microsoft.com/office/officeart/2018/2/layout/IconCircleList"/>
    <dgm:cxn modelId="{B523DEAF-C4EA-4849-B915-9F4CB5366BBA}" type="presParOf" srcId="{37EECFBD-C7D5-4025-A541-15187308C8A0}" destId="{3894BCE5-AB2D-48E2-93FB-62837337260A}" srcOrd="1" destOrd="0" presId="urn:microsoft.com/office/officeart/2018/2/layout/IconCircleList"/>
    <dgm:cxn modelId="{5C9CD12B-830C-4491-AEE0-040AB36E005C}" type="presParOf" srcId="{37EECFBD-C7D5-4025-A541-15187308C8A0}" destId="{1D57E96D-34EE-49EB-8732-3A13A2D5A97B}" srcOrd="2" destOrd="0" presId="urn:microsoft.com/office/officeart/2018/2/layout/IconCircleList"/>
    <dgm:cxn modelId="{6C02DBF0-87D4-4107-9093-278683BBAE1D}" type="presParOf" srcId="{37EECFBD-C7D5-4025-A541-15187308C8A0}" destId="{CB947D67-D11C-4503-9E99-8DF9951C8572}" srcOrd="3" destOrd="0" presId="urn:microsoft.com/office/officeart/2018/2/layout/IconCircleList"/>
    <dgm:cxn modelId="{0F51227C-183C-4FD6-B09E-F6E991B4E5EB}" type="presParOf" srcId="{AB52DA9D-DB7F-42F9-864C-2386BDAF349B}" destId="{059C33C4-9F7C-4547-949D-678362D36D76}" srcOrd="5" destOrd="0" presId="urn:microsoft.com/office/officeart/2018/2/layout/IconCircleList"/>
    <dgm:cxn modelId="{ADBB25C5-DFA3-498A-97C5-CF69E80E3417}" type="presParOf" srcId="{AB52DA9D-DB7F-42F9-864C-2386BDAF349B}" destId="{86A97FB1-94D0-47CA-9A26-4CB2542390D9}" srcOrd="6" destOrd="0" presId="urn:microsoft.com/office/officeart/2018/2/layout/IconCircleList"/>
    <dgm:cxn modelId="{F526CD4F-D0F2-4E9F-814E-D0A413E145ED}" type="presParOf" srcId="{86A97FB1-94D0-47CA-9A26-4CB2542390D9}" destId="{CEF4901C-4A33-481E-9C5D-6FEDDDE062EF}" srcOrd="0" destOrd="0" presId="urn:microsoft.com/office/officeart/2018/2/layout/IconCircleList"/>
    <dgm:cxn modelId="{A910BA78-A402-4B83-801A-EB9831B925D4}" type="presParOf" srcId="{86A97FB1-94D0-47CA-9A26-4CB2542390D9}" destId="{5C3C6E8E-B0B3-46D2-83CF-F451830F6669}" srcOrd="1" destOrd="0" presId="urn:microsoft.com/office/officeart/2018/2/layout/IconCircleList"/>
    <dgm:cxn modelId="{DB232AF8-73EE-4187-84B3-D4E81BCFC3B2}" type="presParOf" srcId="{86A97FB1-94D0-47CA-9A26-4CB2542390D9}" destId="{811474F6-7376-4FC7-B613-99930922BE5F}" srcOrd="2" destOrd="0" presId="urn:microsoft.com/office/officeart/2018/2/layout/IconCircleList"/>
    <dgm:cxn modelId="{E6043B10-98AA-47EB-B8FF-C9C335A4C30C}" type="presParOf" srcId="{86A97FB1-94D0-47CA-9A26-4CB2542390D9}" destId="{7F4BE459-316B-4AD8-8FA6-65A129A8F2C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8D3EEB-977E-4F1E-B9A7-EC2EC6E5806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226B364-7B6C-4E32-9727-677067B3FE76}">
      <dgm:prSet/>
      <dgm:spPr/>
      <dgm:t>
        <a:bodyPr/>
        <a:lstStyle/>
        <a:p>
          <a:pPr>
            <a:defRPr cap="all"/>
          </a:pPr>
          <a:r>
            <a:rPr lang="en-US"/>
            <a:t>• Integrates Sorting + Knapsack + MST for intelligent Wi-Fi planning</a:t>
          </a:r>
        </a:p>
      </dgm:t>
    </dgm:pt>
    <dgm:pt modelId="{D030DDEE-5CB6-4BE3-B309-B2C55C24189B}" type="parTrans" cxnId="{B63DB224-CA61-4ED4-B44C-3E57C3D47645}">
      <dgm:prSet/>
      <dgm:spPr/>
      <dgm:t>
        <a:bodyPr/>
        <a:lstStyle/>
        <a:p>
          <a:endParaRPr lang="en-US"/>
        </a:p>
      </dgm:t>
    </dgm:pt>
    <dgm:pt modelId="{F22E82FE-52EC-4817-A156-C7E054507670}" type="sibTrans" cxnId="{B63DB224-CA61-4ED4-B44C-3E57C3D47645}">
      <dgm:prSet/>
      <dgm:spPr/>
      <dgm:t>
        <a:bodyPr/>
        <a:lstStyle/>
        <a:p>
          <a:endParaRPr lang="en-US"/>
        </a:p>
      </dgm:t>
    </dgm:pt>
    <dgm:pt modelId="{39105456-C84E-4209-8129-E56C913FB8F3}">
      <dgm:prSet/>
      <dgm:spPr/>
      <dgm:t>
        <a:bodyPr/>
        <a:lstStyle/>
        <a:p>
          <a:pPr>
            <a:defRPr cap="all"/>
          </a:pPr>
          <a:r>
            <a:rPr lang="en-US"/>
            <a:t>• Balances cost, coverage, and performance</a:t>
          </a:r>
        </a:p>
      </dgm:t>
    </dgm:pt>
    <dgm:pt modelId="{A167ABA4-D6FD-462B-9C62-11EE5AC4439A}" type="parTrans" cxnId="{0C0D41FB-64EB-4483-8CA5-755B43316751}">
      <dgm:prSet/>
      <dgm:spPr/>
      <dgm:t>
        <a:bodyPr/>
        <a:lstStyle/>
        <a:p>
          <a:endParaRPr lang="en-US"/>
        </a:p>
      </dgm:t>
    </dgm:pt>
    <dgm:pt modelId="{5424B46C-4D01-4929-807E-65CA6D3641F1}" type="sibTrans" cxnId="{0C0D41FB-64EB-4483-8CA5-755B43316751}">
      <dgm:prSet/>
      <dgm:spPr/>
      <dgm:t>
        <a:bodyPr/>
        <a:lstStyle/>
        <a:p>
          <a:endParaRPr lang="en-US"/>
        </a:p>
      </dgm:t>
    </dgm:pt>
    <dgm:pt modelId="{54349BCC-1332-4C5D-9ADC-1D819C2B0CA6}">
      <dgm:prSet/>
      <dgm:spPr/>
      <dgm:t>
        <a:bodyPr/>
        <a:lstStyle/>
        <a:p>
          <a:pPr>
            <a:defRPr cap="all"/>
          </a:pPr>
          <a:r>
            <a:rPr lang="en-US"/>
            <a:t>• Real-world applicability for smart-campus and IoT networks</a:t>
          </a:r>
        </a:p>
      </dgm:t>
    </dgm:pt>
    <dgm:pt modelId="{F65153A9-8060-485C-9A54-3EB8C57E5CF3}" type="parTrans" cxnId="{864BC2ED-3A95-4DB0-8C32-598DA9065831}">
      <dgm:prSet/>
      <dgm:spPr/>
      <dgm:t>
        <a:bodyPr/>
        <a:lstStyle/>
        <a:p>
          <a:endParaRPr lang="en-US"/>
        </a:p>
      </dgm:t>
    </dgm:pt>
    <dgm:pt modelId="{D7AF82C4-E7D0-472A-9656-8BE95BC26DA2}" type="sibTrans" cxnId="{864BC2ED-3A95-4DB0-8C32-598DA9065831}">
      <dgm:prSet/>
      <dgm:spPr/>
      <dgm:t>
        <a:bodyPr/>
        <a:lstStyle/>
        <a:p>
          <a:endParaRPr lang="en-US"/>
        </a:p>
      </dgm:t>
    </dgm:pt>
    <dgm:pt modelId="{99B930D5-FF60-4399-845E-4C6CB149A913}" type="pres">
      <dgm:prSet presAssocID="{118D3EEB-977E-4F1E-B9A7-EC2EC6E58063}" presName="root" presStyleCnt="0">
        <dgm:presLayoutVars>
          <dgm:dir/>
          <dgm:resizeHandles val="exact"/>
        </dgm:presLayoutVars>
      </dgm:prSet>
      <dgm:spPr/>
    </dgm:pt>
    <dgm:pt modelId="{9D6C547C-5A7B-4A38-911F-0931C60CE7C7}" type="pres">
      <dgm:prSet presAssocID="{0226B364-7B6C-4E32-9727-677067B3FE76}" presName="compNode" presStyleCnt="0"/>
      <dgm:spPr/>
    </dgm:pt>
    <dgm:pt modelId="{85A1CF3E-105D-4475-B507-B944132EAA38}" type="pres">
      <dgm:prSet presAssocID="{0226B364-7B6C-4E32-9727-677067B3FE7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CBD3BE9-58E9-46FE-96EA-2EBA03A5EDDB}" type="pres">
      <dgm:prSet presAssocID="{0226B364-7B6C-4E32-9727-677067B3FE7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425BF60F-7BF2-4C03-A3F8-26BE8D358709}" type="pres">
      <dgm:prSet presAssocID="{0226B364-7B6C-4E32-9727-677067B3FE76}" presName="spaceRect" presStyleCnt="0"/>
      <dgm:spPr/>
    </dgm:pt>
    <dgm:pt modelId="{E74C9483-D879-4674-9824-7AD436000DC4}" type="pres">
      <dgm:prSet presAssocID="{0226B364-7B6C-4E32-9727-677067B3FE76}" presName="textRect" presStyleLbl="revTx" presStyleIdx="0" presStyleCnt="3">
        <dgm:presLayoutVars>
          <dgm:chMax val="1"/>
          <dgm:chPref val="1"/>
        </dgm:presLayoutVars>
      </dgm:prSet>
      <dgm:spPr/>
    </dgm:pt>
    <dgm:pt modelId="{F583AD81-909C-474A-BEE6-367425A3E895}" type="pres">
      <dgm:prSet presAssocID="{F22E82FE-52EC-4817-A156-C7E054507670}" presName="sibTrans" presStyleCnt="0"/>
      <dgm:spPr/>
    </dgm:pt>
    <dgm:pt modelId="{B0602A14-8AB5-430D-B191-63821A6DD749}" type="pres">
      <dgm:prSet presAssocID="{39105456-C84E-4209-8129-E56C913FB8F3}" presName="compNode" presStyleCnt="0"/>
      <dgm:spPr/>
    </dgm:pt>
    <dgm:pt modelId="{5BCE9BD2-7DA8-441E-8444-98B73FBAA859}" type="pres">
      <dgm:prSet presAssocID="{39105456-C84E-4209-8129-E56C913FB8F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46DCFBD-4D14-4972-AFCF-C5C5DF03CD1A}" type="pres">
      <dgm:prSet presAssocID="{39105456-C84E-4209-8129-E56C913FB8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804379D-0BCD-4B99-B3C6-814C2381D02A}" type="pres">
      <dgm:prSet presAssocID="{39105456-C84E-4209-8129-E56C913FB8F3}" presName="spaceRect" presStyleCnt="0"/>
      <dgm:spPr/>
    </dgm:pt>
    <dgm:pt modelId="{AC6B273F-3348-4B2E-9094-3B43A015B09F}" type="pres">
      <dgm:prSet presAssocID="{39105456-C84E-4209-8129-E56C913FB8F3}" presName="textRect" presStyleLbl="revTx" presStyleIdx="1" presStyleCnt="3">
        <dgm:presLayoutVars>
          <dgm:chMax val="1"/>
          <dgm:chPref val="1"/>
        </dgm:presLayoutVars>
      </dgm:prSet>
      <dgm:spPr/>
    </dgm:pt>
    <dgm:pt modelId="{70B565C3-7B53-4F9F-8DB0-171F22D936F1}" type="pres">
      <dgm:prSet presAssocID="{5424B46C-4D01-4929-807E-65CA6D3641F1}" presName="sibTrans" presStyleCnt="0"/>
      <dgm:spPr/>
    </dgm:pt>
    <dgm:pt modelId="{806A1D90-4F66-44AC-83DA-58C136EBCD54}" type="pres">
      <dgm:prSet presAssocID="{54349BCC-1332-4C5D-9ADC-1D819C2B0CA6}" presName="compNode" presStyleCnt="0"/>
      <dgm:spPr/>
    </dgm:pt>
    <dgm:pt modelId="{2D60C79D-609E-4D62-8E2A-EC0B409B4079}" type="pres">
      <dgm:prSet presAssocID="{54349BCC-1332-4C5D-9ADC-1D819C2B0CA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2E95442-B70A-4904-A02B-5EF6EFF0D205}" type="pres">
      <dgm:prSet presAssocID="{54349BCC-1332-4C5D-9ADC-1D819C2B0C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9EE98398-6430-4A63-8A6F-272E1D970893}" type="pres">
      <dgm:prSet presAssocID="{54349BCC-1332-4C5D-9ADC-1D819C2B0CA6}" presName="spaceRect" presStyleCnt="0"/>
      <dgm:spPr/>
    </dgm:pt>
    <dgm:pt modelId="{940D37FD-2874-4072-B981-42C82A9308A9}" type="pres">
      <dgm:prSet presAssocID="{54349BCC-1332-4C5D-9ADC-1D819C2B0CA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7D8C216-9A59-44B3-96A8-C615AC51467E}" type="presOf" srcId="{54349BCC-1332-4C5D-9ADC-1D819C2B0CA6}" destId="{940D37FD-2874-4072-B981-42C82A9308A9}" srcOrd="0" destOrd="0" presId="urn:microsoft.com/office/officeart/2018/5/layout/IconLeafLabelList"/>
    <dgm:cxn modelId="{3477891B-E223-48A5-9E80-C4880509805F}" type="presOf" srcId="{39105456-C84E-4209-8129-E56C913FB8F3}" destId="{AC6B273F-3348-4B2E-9094-3B43A015B09F}" srcOrd="0" destOrd="0" presId="urn:microsoft.com/office/officeart/2018/5/layout/IconLeafLabelList"/>
    <dgm:cxn modelId="{B63DB224-CA61-4ED4-B44C-3E57C3D47645}" srcId="{118D3EEB-977E-4F1E-B9A7-EC2EC6E58063}" destId="{0226B364-7B6C-4E32-9727-677067B3FE76}" srcOrd="0" destOrd="0" parTransId="{D030DDEE-5CB6-4BE3-B309-B2C55C24189B}" sibTransId="{F22E82FE-52EC-4817-A156-C7E054507670}"/>
    <dgm:cxn modelId="{E7B60A2F-D50E-43D7-956D-342C7835D0BC}" type="presOf" srcId="{118D3EEB-977E-4F1E-B9A7-EC2EC6E58063}" destId="{99B930D5-FF60-4399-845E-4C6CB149A913}" srcOrd="0" destOrd="0" presId="urn:microsoft.com/office/officeart/2018/5/layout/IconLeafLabelList"/>
    <dgm:cxn modelId="{47DE71CD-712F-4452-9E1E-D8172B0F3046}" type="presOf" srcId="{0226B364-7B6C-4E32-9727-677067B3FE76}" destId="{E74C9483-D879-4674-9824-7AD436000DC4}" srcOrd="0" destOrd="0" presId="urn:microsoft.com/office/officeart/2018/5/layout/IconLeafLabelList"/>
    <dgm:cxn modelId="{864BC2ED-3A95-4DB0-8C32-598DA9065831}" srcId="{118D3EEB-977E-4F1E-B9A7-EC2EC6E58063}" destId="{54349BCC-1332-4C5D-9ADC-1D819C2B0CA6}" srcOrd="2" destOrd="0" parTransId="{F65153A9-8060-485C-9A54-3EB8C57E5CF3}" sibTransId="{D7AF82C4-E7D0-472A-9656-8BE95BC26DA2}"/>
    <dgm:cxn modelId="{0C0D41FB-64EB-4483-8CA5-755B43316751}" srcId="{118D3EEB-977E-4F1E-B9A7-EC2EC6E58063}" destId="{39105456-C84E-4209-8129-E56C913FB8F3}" srcOrd="1" destOrd="0" parTransId="{A167ABA4-D6FD-462B-9C62-11EE5AC4439A}" sibTransId="{5424B46C-4D01-4929-807E-65CA6D3641F1}"/>
    <dgm:cxn modelId="{779DD31D-B524-402C-B591-66DF86F4E964}" type="presParOf" srcId="{99B930D5-FF60-4399-845E-4C6CB149A913}" destId="{9D6C547C-5A7B-4A38-911F-0931C60CE7C7}" srcOrd="0" destOrd="0" presId="urn:microsoft.com/office/officeart/2018/5/layout/IconLeafLabelList"/>
    <dgm:cxn modelId="{4047464D-7302-46FB-8B55-0AAFC5F0D9F0}" type="presParOf" srcId="{9D6C547C-5A7B-4A38-911F-0931C60CE7C7}" destId="{85A1CF3E-105D-4475-B507-B944132EAA38}" srcOrd="0" destOrd="0" presId="urn:microsoft.com/office/officeart/2018/5/layout/IconLeafLabelList"/>
    <dgm:cxn modelId="{87DD2978-D76E-41B7-AA8A-F8278AA4CAA3}" type="presParOf" srcId="{9D6C547C-5A7B-4A38-911F-0931C60CE7C7}" destId="{3CBD3BE9-58E9-46FE-96EA-2EBA03A5EDDB}" srcOrd="1" destOrd="0" presId="urn:microsoft.com/office/officeart/2018/5/layout/IconLeafLabelList"/>
    <dgm:cxn modelId="{7A38DC97-2C98-4834-88A9-B3650065A1C6}" type="presParOf" srcId="{9D6C547C-5A7B-4A38-911F-0931C60CE7C7}" destId="{425BF60F-7BF2-4C03-A3F8-26BE8D358709}" srcOrd="2" destOrd="0" presId="urn:microsoft.com/office/officeart/2018/5/layout/IconLeafLabelList"/>
    <dgm:cxn modelId="{32958775-F494-4CC7-B5DE-9B8BD775D52B}" type="presParOf" srcId="{9D6C547C-5A7B-4A38-911F-0931C60CE7C7}" destId="{E74C9483-D879-4674-9824-7AD436000DC4}" srcOrd="3" destOrd="0" presId="urn:microsoft.com/office/officeart/2018/5/layout/IconLeafLabelList"/>
    <dgm:cxn modelId="{1B915E3C-EE91-40E4-90F0-DD327400EEBE}" type="presParOf" srcId="{99B930D5-FF60-4399-845E-4C6CB149A913}" destId="{F583AD81-909C-474A-BEE6-367425A3E895}" srcOrd="1" destOrd="0" presId="urn:microsoft.com/office/officeart/2018/5/layout/IconLeafLabelList"/>
    <dgm:cxn modelId="{E414CCB5-B6ED-4DB1-AAFE-64F2AFB3DD73}" type="presParOf" srcId="{99B930D5-FF60-4399-845E-4C6CB149A913}" destId="{B0602A14-8AB5-430D-B191-63821A6DD749}" srcOrd="2" destOrd="0" presId="urn:microsoft.com/office/officeart/2018/5/layout/IconLeafLabelList"/>
    <dgm:cxn modelId="{FCBB3ABB-10AA-4FAD-B23C-5C2736464795}" type="presParOf" srcId="{B0602A14-8AB5-430D-B191-63821A6DD749}" destId="{5BCE9BD2-7DA8-441E-8444-98B73FBAA859}" srcOrd="0" destOrd="0" presId="urn:microsoft.com/office/officeart/2018/5/layout/IconLeafLabelList"/>
    <dgm:cxn modelId="{5A13CCC2-2015-49AC-9CBE-EF73CCD6985C}" type="presParOf" srcId="{B0602A14-8AB5-430D-B191-63821A6DD749}" destId="{B46DCFBD-4D14-4972-AFCF-C5C5DF03CD1A}" srcOrd="1" destOrd="0" presId="urn:microsoft.com/office/officeart/2018/5/layout/IconLeafLabelList"/>
    <dgm:cxn modelId="{5304C173-5017-4052-8CC4-AE90375C2326}" type="presParOf" srcId="{B0602A14-8AB5-430D-B191-63821A6DD749}" destId="{7804379D-0BCD-4B99-B3C6-814C2381D02A}" srcOrd="2" destOrd="0" presId="urn:microsoft.com/office/officeart/2018/5/layout/IconLeafLabelList"/>
    <dgm:cxn modelId="{458BAD93-7E92-4A8F-A43F-39BA1C1A75E4}" type="presParOf" srcId="{B0602A14-8AB5-430D-B191-63821A6DD749}" destId="{AC6B273F-3348-4B2E-9094-3B43A015B09F}" srcOrd="3" destOrd="0" presId="urn:microsoft.com/office/officeart/2018/5/layout/IconLeafLabelList"/>
    <dgm:cxn modelId="{46A6F23B-5C19-466F-878E-817434727D5C}" type="presParOf" srcId="{99B930D5-FF60-4399-845E-4C6CB149A913}" destId="{70B565C3-7B53-4F9F-8DB0-171F22D936F1}" srcOrd="3" destOrd="0" presId="urn:microsoft.com/office/officeart/2018/5/layout/IconLeafLabelList"/>
    <dgm:cxn modelId="{01A032CF-AB88-4B64-A186-33BEC2FFB290}" type="presParOf" srcId="{99B930D5-FF60-4399-845E-4C6CB149A913}" destId="{806A1D90-4F66-44AC-83DA-58C136EBCD54}" srcOrd="4" destOrd="0" presId="urn:microsoft.com/office/officeart/2018/5/layout/IconLeafLabelList"/>
    <dgm:cxn modelId="{EA4CE0FE-DEEF-4729-8C32-793DE5E569C3}" type="presParOf" srcId="{806A1D90-4F66-44AC-83DA-58C136EBCD54}" destId="{2D60C79D-609E-4D62-8E2A-EC0B409B4079}" srcOrd="0" destOrd="0" presId="urn:microsoft.com/office/officeart/2018/5/layout/IconLeafLabelList"/>
    <dgm:cxn modelId="{EF5FFFE5-CBB3-48E5-A7B4-2E6C25E4117C}" type="presParOf" srcId="{806A1D90-4F66-44AC-83DA-58C136EBCD54}" destId="{12E95442-B70A-4904-A02B-5EF6EFF0D205}" srcOrd="1" destOrd="0" presId="urn:microsoft.com/office/officeart/2018/5/layout/IconLeafLabelList"/>
    <dgm:cxn modelId="{68F7E121-8B3D-4ED9-9309-51A983C1D981}" type="presParOf" srcId="{806A1D90-4F66-44AC-83DA-58C136EBCD54}" destId="{9EE98398-6430-4A63-8A6F-272E1D970893}" srcOrd="2" destOrd="0" presId="urn:microsoft.com/office/officeart/2018/5/layout/IconLeafLabelList"/>
    <dgm:cxn modelId="{AA84CDB5-19DD-4CF5-A760-749D69BEFD3B}" type="presParOf" srcId="{806A1D90-4F66-44AC-83DA-58C136EBCD54}" destId="{940D37FD-2874-4072-B981-42C82A9308A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4A4C2-13F1-4866-AA66-7D21C67106A9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D9858C-C5E8-4B93-AF5C-7360FC9EE2D3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EB9EA-2674-45C9-A982-3C9C1D38C262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Optimize Wi-Fi router placement across a smart campus</a:t>
          </a:r>
        </a:p>
      </dsp:txBody>
      <dsp:txXfrm>
        <a:off x="1330115" y="659889"/>
        <a:ext cx="2546008" cy="1080124"/>
      </dsp:txXfrm>
    </dsp:sp>
    <dsp:sp modelId="{1883E417-5B34-4653-B4E2-C021DD23BC70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7C6A7-3339-4321-A339-A43CE52CD3B6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BAEC6-B05A-4F85-B37C-A34BD4C6D579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Stay within a fixed budget</a:t>
          </a:r>
        </a:p>
      </dsp:txBody>
      <dsp:txXfrm>
        <a:off x="5631327" y="659889"/>
        <a:ext cx="2546008" cy="1080124"/>
      </dsp:txXfrm>
    </dsp:sp>
    <dsp:sp modelId="{ABA8C3EE-84A0-44A2-B608-CFC04845E6F6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147D57-D17F-4E24-9BFF-638B386087B8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97BA8-EE78-4BF5-BD5E-80663D2095C4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Maintain maximum coverage, signal strength, and network efficiency</a:t>
          </a:r>
        </a:p>
      </dsp:txBody>
      <dsp:txXfrm>
        <a:off x="1330115" y="2452790"/>
        <a:ext cx="2546008" cy="1080124"/>
      </dsp:txXfrm>
    </dsp:sp>
    <dsp:sp modelId="{5B1543C5-E9AD-4AB8-A93B-EACA0E9B0656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18EE4-AC85-4012-B0A1-C102562FF4FC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1C75C-CBA6-4EFB-A651-B52A8314CA0F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Minimize total cable distance between routers</a:t>
          </a:r>
        </a:p>
      </dsp:txBody>
      <dsp:txXfrm>
        <a:off x="5631327" y="2452790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7FDC94-D460-8E48-9F27-B2D613591602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343AC-9AC5-8641-A475-E9810610044E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Sorting Algorithm – Ranks access-point locations by score (signal + capacity + users – cost)</a:t>
          </a:r>
        </a:p>
      </dsp:txBody>
      <dsp:txXfrm>
        <a:off x="298991" y="1277365"/>
        <a:ext cx="2219346" cy="1377989"/>
      </dsp:txXfrm>
    </dsp:sp>
    <dsp:sp modelId="{64E4649F-E07A-F741-AE67-B4F56CD03674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63D6D-3201-904E-A204-3B223A449C22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Knapsack Algorithm – Selects routers under the budget to maximize overall network score</a:t>
          </a:r>
        </a:p>
      </dsp:txBody>
      <dsp:txXfrm>
        <a:off x="3116322" y="1277365"/>
        <a:ext cx="2219346" cy="1377989"/>
      </dsp:txXfrm>
    </dsp:sp>
    <dsp:sp modelId="{17E657F7-7A62-784D-8ED2-B847455E6AFD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FFEEC-68A5-CE4C-8CB2-43F50002497F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Minimum Spanning Tree (MST) – Connects chosen routers using the shortest total cable length</a:t>
          </a:r>
        </a:p>
      </dsp:txBody>
      <dsp:txXfrm>
        <a:off x="5933653" y="1277365"/>
        <a:ext cx="2219346" cy="1377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295E8-DE52-452E-B354-DAF7D8EFB1B2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CB880-ECCC-46B1-B4C7-7FFBF8663E32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93D28-7276-4C28-A2BD-470467B217AF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Language: Python</a:t>
          </a:r>
        </a:p>
      </dsp:txBody>
      <dsp:txXfrm>
        <a:off x="1330115" y="659889"/>
        <a:ext cx="2546008" cy="1080124"/>
      </dsp:txXfrm>
    </dsp:sp>
    <dsp:sp modelId="{D5506267-F8D1-4905-9A8F-5139BDBEA95F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825DF-97C8-4315-B77F-6B1120023235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8B494-785A-430F-9D44-A8963A5E5556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Framework: Streamlit (UI dashboard)</a:t>
          </a:r>
        </a:p>
      </dsp:txBody>
      <dsp:txXfrm>
        <a:off x="5631327" y="659889"/>
        <a:ext cx="2546008" cy="1080124"/>
      </dsp:txXfrm>
    </dsp:sp>
    <dsp:sp modelId="{41ACD347-5246-4E5D-AA21-B82E401ABCA3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055C4-6C3F-41B0-8A9F-28CAFE9B69CD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D0D30-BB39-43FF-832A-F556AAC97EEF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Libraries: Pandas, NumPy, Matplotlib, SciPy</a:t>
          </a:r>
        </a:p>
      </dsp:txBody>
      <dsp:txXfrm>
        <a:off x="1330115" y="2452790"/>
        <a:ext cx="2546008" cy="1080124"/>
      </dsp:txXfrm>
    </dsp:sp>
    <dsp:sp modelId="{8E829B6C-D21A-43B2-9453-F88FFEB98D5C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347A3D-79C6-44F5-824E-BF459D565CAB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FB7DF-4CB5-4505-8049-CDD4CE7E7561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Files Used: wifi_optimizer_dashboard.py, smart_campus_wifi_data.csv, requirements.txt</a:t>
          </a:r>
        </a:p>
      </dsp:txBody>
      <dsp:txXfrm>
        <a:off x="5631327" y="2452790"/>
        <a:ext cx="2546008" cy="10801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B933C-7F9F-4E49-A7B9-CBC0F812A694}">
      <dsp:nvSpPr>
        <dsp:cNvPr id="0" name=""/>
        <dsp:cNvSpPr/>
      </dsp:nvSpPr>
      <dsp:spPr>
        <a:xfrm>
          <a:off x="1000" y="1213985"/>
          <a:ext cx="1260595" cy="1764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81" tIns="330200" rIns="9828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Upload Wi-Fi dataset (CSV)</a:t>
          </a:r>
        </a:p>
      </dsp:txBody>
      <dsp:txXfrm>
        <a:off x="1000" y="1884622"/>
        <a:ext cx="1260595" cy="1058900"/>
      </dsp:txXfrm>
    </dsp:sp>
    <dsp:sp modelId="{01290146-3F9E-864E-9CDD-4277B8BA8A37}">
      <dsp:nvSpPr>
        <dsp:cNvPr id="0" name=""/>
        <dsp:cNvSpPr/>
      </dsp:nvSpPr>
      <dsp:spPr>
        <a:xfrm>
          <a:off x="366573" y="1390469"/>
          <a:ext cx="529450" cy="5294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8" tIns="12700" rIns="41278" bIns="127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</a:t>
          </a:r>
        </a:p>
      </dsp:txBody>
      <dsp:txXfrm>
        <a:off x="444109" y="1468005"/>
        <a:ext cx="374378" cy="374378"/>
      </dsp:txXfrm>
    </dsp:sp>
    <dsp:sp modelId="{8FDC20A3-F107-5748-9C8E-D7C381C892A1}">
      <dsp:nvSpPr>
        <dsp:cNvPr id="0" name=""/>
        <dsp:cNvSpPr/>
      </dsp:nvSpPr>
      <dsp:spPr>
        <a:xfrm>
          <a:off x="1000" y="2978747"/>
          <a:ext cx="126059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F0536-BEC1-844A-A064-BE5D3B071750}">
      <dsp:nvSpPr>
        <dsp:cNvPr id="0" name=""/>
        <dsp:cNvSpPr/>
      </dsp:nvSpPr>
      <dsp:spPr>
        <a:xfrm>
          <a:off x="1387655" y="1213985"/>
          <a:ext cx="1260595" cy="1764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81" tIns="330200" rIns="9828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Compute score for each location</a:t>
          </a:r>
        </a:p>
      </dsp:txBody>
      <dsp:txXfrm>
        <a:off x="1387655" y="1884622"/>
        <a:ext cx="1260595" cy="1058900"/>
      </dsp:txXfrm>
    </dsp:sp>
    <dsp:sp modelId="{5AAE5B41-3A4B-7743-BF87-0133870C05AC}">
      <dsp:nvSpPr>
        <dsp:cNvPr id="0" name=""/>
        <dsp:cNvSpPr/>
      </dsp:nvSpPr>
      <dsp:spPr>
        <a:xfrm>
          <a:off x="1753228" y="1390469"/>
          <a:ext cx="529450" cy="5294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8" tIns="12700" rIns="41278" bIns="127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</a:t>
          </a:r>
        </a:p>
      </dsp:txBody>
      <dsp:txXfrm>
        <a:off x="1830764" y="1468005"/>
        <a:ext cx="374378" cy="374378"/>
      </dsp:txXfrm>
    </dsp:sp>
    <dsp:sp modelId="{684A34E2-5449-2444-8FD0-729C814A9545}">
      <dsp:nvSpPr>
        <dsp:cNvPr id="0" name=""/>
        <dsp:cNvSpPr/>
      </dsp:nvSpPr>
      <dsp:spPr>
        <a:xfrm>
          <a:off x="1387655" y="2978747"/>
          <a:ext cx="126059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CC8C1-11DF-1C4C-843E-4B9CD5EA654F}">
      <dsp:nvSpPr>
        <dsp:cNvPr id="0" name=""/>
        <dsp:cNvSpPr/>
      </dsp:nvSpPr>
      <dsp:spPr>
        <a:xfrm>
          <a:off x="2774310" y="1213985"/>
          <a:ext cx="1260595" cy="1764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81" tIns="330200" rIns="9828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Apply Sorting → rank locations</a:t>
          </a:r>
        </a:p>
      </dsp:txBody>
      <dsp:txXfrm>
        <a:off x="2774310" y="1884622"/>
        <a:ext cx="1260595" cy="1058900"/>
      </dsp:txXfrm>
    </dsp:sp>
    <dsp:sp modelId="{BA6445D9-7D02-E24C-A8EA-1D473D2BD1DD}">
      <dsp:nvSpPr>
        <dsp:cNvPr id="0" name=""/>
        <dsp:cNvSpPr/>
      </dsp:nvSpPr>
      <dsp:spPr>
        <a:xfrm>
          <a:off x="3139883" y="1390469"/>
          <a:ext cx="529450" cy="5294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8" tIns="12700" rIns="41278" bIns="127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</a:t>
          </a:r>
        </a:p>
      </dsp:txBody>
      <dsp:txXfrm>
        <a:off x="3217419" y="1468005"/>
        <a:ext cx="374378" cy="374378"/>
      </dsp:txXfrm>
    </dsp:sp>
    <dsp:sp modelId="{3829323F-3C95-BC4A-BD33-0F88F2412D17}">
      <dsp:nvSpPr>
        <dsp:cNvPr id="0" name=""/>
        <dsp:cNvSpPr/>
      </dsp:nvSpPr>
      <dsp:spPr>
        <a:xfrm>
          <a:off x="2774310" y="2978747"/>
          <a:ext cx="126059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E8441-3196-B241-BA37-CF6C41A8EA7D}">
      <dsp:nvSpPr>
        <dsp:cNvPr id="0" name=""/>
        <dsp:cNvSpPr/>
      </dsp:nvSpPr>
      <dsp:spPr>
        <a:xfrm>
          <a:off x="4160965" y="1213985"/>
          <a:ext cx="1260595" cy="1764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81" tIns="330200" rIns="9828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Apply Knapsack Algorithm → choose best APs under budget</a:t>
          </a:r>
        </a:p>
      </dsp:txBody>
      <dsp:txXfrm>
        <a:off x="4160965" y="1884622"/>
        <a:ext cx="1260595" cy="1058900"/>
      </dsp:txXfrm>
    </dsp:sp>
    <dsp:sp modelId="{F3789948-0D82-3A40-99B4-360F5142E1EE}">
      <dsp:nvSpPr>
        <dsp:cNvPr id="0" name=""/>
        <dsp:cNvSpPr/>
      </dsp:nvSpPr>
      <dsp:spPr>
        <a:xfrm>
          <a:off x="4526537" y="1390469"/>
          <a:ext cx="529450" cy="5294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8" tIns="12700" rIns="41278" bIns="127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</a:t>
          </a:r>
        </a:p>
      </dsp:txBody>
      <dsp:txXfrm>
        <a:off x="4604073" y="1468005"/>
        <a:ext cx="374378" cy="374378"/>
      </dsp:txXfrm>
    </dsp:sp>
    <dsp:sp modelId="{CDA5F722-A5D7-3343-AE4D-027066EAECCF}">
      <dsp:nvSpPr>
        <dsp:cNvPr id="0" name=""/>
        <dsp:cNvSpPr/>
      </dsp:nvSpPr>
      <dsp:spPr>
        <a:xfrm>
          <a:off x="4160965" y="2978747"/>
          <a:ext cx="126059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A8E94-1D63-1C42-B3BF-AE5101950565}">
      <dsp:nvSpPr>
        <dsp:cNvPr id="0" name=""/>
        <dsp:cNvSpPr/>
      </dsp:nvSpPr>
      <dsp:spPr>
        <a:xfrm>
          <a:off x="5547620" y="1213985"/>
          <a:ext cx="1260595" cy="1764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81" tIns="330200" rIns="9828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Apply MST → connect them efficiently</a:t>
          </a:r>
        </a:p>
      </dsp:txBody>
      <dsp:txXfrm>
        <a:off x="5547620" y="1884622"/>
        <a:ext cx="1260595" cy="1058900"/>
      </dsp:txXfrm>
    </dsp:sp>
    <dsp:sp modelId="{763365F0-18BB-FA42-882B-2075E3CBBE7F}">
      <dsp:nvSpPr>
        <dsp:cNvPr id="0" name=""/>
        <dsp:cNvSpPr/>
      </dsp:nvSpPr>
      <dsp:spPr>
        <a:xfrm>
          <a:off x="5913192" y="1390469"/>
          <a:ext cx="529450" cy="5294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8" tIns="12700" rIns="41278" bIns="127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</a:t>
          </a:r>
        </a:p>
      </dsp:txBody>
      <dsp:txXfrm>
        <a:off x="5990728" y="1468005"/>
        <a:ext cx="374378" cy="374378"/>
      </dsp:txXfrm>
    </dsp:sp>
    <dsp:sp modelId="{04137600-28C3-9F4F-A60E-E4B852FF0AD5}">
      <dsp:nvSpPr>
        <dsp:cNvPr id="0" name=""/>
        <dsp:cNvSpPr/>
      </dsp:nvSpPr>
      <dsp:spPr>
        <a:xfrm>
          <a:off x="5547620" y="2978747"/>
          <a:ext cx="126059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BC45F-F473-6D47-839F-4204BEAFBDB5}">
      <dsp:nvSpPr>
        <dsp:cNvPr id="0" name=""/>
        <dsp:cNvSpPr/>
      </dsp:nvSpPr>
      <dsp:spPr>
        <a:xfrm>
          <a:off x="6934275" y="1213985"/>
          <a:ext cx="1260595" cy="17648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81" tIns="330200" rIns="9828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Display optimized layout &amp; metrics in </a:t>
          </a:r>
          <a:r>
            <a:rPr lang="en-US" sz="1100" kern="1200" dirty="0" err="1"/>
            <a:t>Streamlit</a:t>
          </a:r>
          <a:endParaRPr lang="en-US" sz="1100" kern="1200" dirty="0"/>
        </a:p>
      </dsp:txBody>
      <dsp:txXfrm>
        <a:off x="6934275" y="1884622"/>
        <a:ext cx="1260595" cy="1058900"/>
      </dsp:txXfrm>
    </dsp:sp>
    <dsp:sp modelId="{3F3A1C68-025D-7A49-8D47-6FF2FFE7D06E}">
      <dsp:nvSpPr>
        <dsp:cNvPr id="0" name=""/>
        <dsp:cNvSpPr/>
      </dsp:nvSpPr>
      <dsp:spPr>
        <a:xfrm>
          <a:off x="7299847" y="1390469"/>
          <a:ext cx="529450" cy="5294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8" tIns="12700" rIns="41278" bIns="127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6</a:t>
          </a:r>
        </a:p>
      </dsp:txBody>
      <dsp:txXfrm>
        <a:off x="7377383" y="1468005"/>
        <a:ext cx="374378" cy="374378"/>
      </dsp:txXfrm>
    </dsp:sp>
    <dsp:sp modelId="{4DC1023A-1F14-F14E-9084-6C359DD674E6}">
      <dsp:nvSpPr>
        <dsp:cNvPr id="0" name=""/>
        <dsp:cNvSpPr/>
      </dsp:nvSpPr>
      <dsp:spPr>
        <a:xfrm>
          <a:off x="6934275" y="2978747"/>
          <a:ext cx="126059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341C41-9A70-47BF-A8A2-6B879E6D6086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29469-4442-4F40-A82E-B349A456F540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3568D-840E-4720-8053-06FE666B1C64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Shows selected Wi-Fi access points</a:t>
          </a:r>
        </a:p>
      </dsp:txBody>
      <dsp:txXfrm>
        <a:off x="1330115" y="659889"/>
        <a:ext cx="2546008" cy="1080124"/>
      </dsp:txXfrm>
    </dsp:sp>
    <dsp:sp modelId="{6546D333-94FD-4916-9CE9-0C1DFB41946E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A3CE4-9830-47B6-8831-09DC9897F558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B9DDE-1F76-4CF4-A8D3-5E3D63C29C11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Displays total cost and total cable distance</a:t>
          </a:r>
        </a:p>
      </dsp:txBody>
      <dsp:txXfrm>
        <a:off x="5631327" y="659889"/>
        <a:ext cx="2546008" cy="1080124"/>
      </dsp:txXfrm>
    </dsp:sp>
    <dsp:sp modelId="{5F5E6466-C176-4459-82EA-CA67697DFBC9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4BCE5-AB2D-48E2-93FB-62837337260A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47D67-D11C-4503-9E99-8DF9951C8572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Visual layout of selected routers and connections</a:t>
          </a:r>
        </a:p>
      </dsp:txBody>
      <dsp:txXfrm>
        <a:off x="1330115" y="2452790"/>
        <a:ext cx="2546008" cy="1080124"/>
      </dsp:txXfrm>
    </dsp:sp>
    <dsp:sp modelId="{CEF4901C-4A33-481E-9C5D-6FEDDDE062EF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C6E8E-B0B3-46D2-83CF-F451830F6669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BE459-316B-4AD8-8FA6-65A129A8F2C6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Download CSV option for optimized configuration</a:t>
          </a:r>
        </a:p>
      </dsp:txBody>
      <dsp:txXfrm>
        <a:off x="5631327" y="2452790"/>
        <a:ext cx="2546008" cy="10801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1CF3E-105D-4475-B507-B944132EAA38}">
      <dsp:nvSpPr>
        <dsp:cNvPr id="0" name=""/>
        <dsp:cNvSpPr/>
      </dsp:nvSpPr>
      <dsp:spPr>
        <a:xfrm>
          <a:off x="518185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BD3BE9-58E9-46FE-96EA-2EBA03A5EDDB}">
      <dsp:nvSpPr>
        <dsp:cNvPr id="0" name=""/>
        <dsp:cNvSpPr/>
      </dsp:nvSpPr>
      <dsp:spPr>
        <a:xfrm>
          <a:off x="832623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C9483-D879-4674-9824-7AD436000DC4}">
      <dsp:nvSpPr>
        <dsp:cNvPr id="0" name=""/>
        <dsp:cNvSpPr/>
      </dsp:nvSpPr>
      <dsp:spPr>
        <a:xfrm>
          <a:off x="46529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Integrates Sorting + Knapsack + MST for intelligent Wi-Fi planning</a:t>
          </a:r>
        </a:p>
      </dsp:txBody>
      <dsp:txXfrm>
        <a:off x="46529" y="2452202"/>
        <a:ext cx="2418750" cy="720000"/>
      </dsp:txXfrm>
    </dsp:sp>
    <dsp:sp modelId="{5BCE9BD2-7DA8-441E-8444-98B73FBAA859}">
      <dsp:nvSpPr>
        <dsp:cNvPr id="0" name=""/>
        <dsp:cNvSpPr/>
      </dsp:nvSpPr>
      <dsp:spPr>
        <a:xfrm>
          <a:off x="3360216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DCFBD-4D14-4972-AFCF-C5C5DF03CD1A}">
      <dsp:nvSpPr>
        <dsp:cNvPr id="0" name=""/>
        <dsp:cNvSpPr/>
      </dsp:nvSpPr>
      <dsp:spPr>
        <a:xfrm>
          <a:off x="3674654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B273F-3348-4B2E-9094-3B43A015B09F}">
      <dsp:nvSpPr>
        <dsp:cNvPr id="0" name=""/>
        <dsp:cNvSpPr/>
      </dsp:nvSpPr>
      <dsp:spPr>
        <a:xfrm>
          <a:off x="2888560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Balances cost, coverage, and performance</a:t>
          </a:r>
        </a:p>
      </dsp:txBody>
      <dsp:txXfrm>
        <a:off x="2888560" y="2452202"/>
        <a:ext cx="2418750" cy="720000"/>
      </dsp:txXfrm>
    </dsp:sp>
    <dsp:sp modelId="{2D60C79D-609E-4D62-8E2A-EC0B409B4079}">
      <dsp:nvSpPr>
        <dsp:cNvPr id="0" name=""/>
        <dsp:cNvSpPr/>
      </dsp:nvSpPr>
      <dsp:spPr>
        <a:xfrm>
          <a:off x="6202248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95442-B70A-4904-A02B-5EF6EFF0D205}">
      <dsp:nvSpPr>
        <dsp:cNvPr id="0" name=""/>
        <dsp:cNvSpPr/>
      </dsp:nvSpPr>
      <dsp:spPr>
        <a:xfrm>
          <a:off x="6516685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D37FD-2874-4072-B981-42C82A9308A9}">
      <dsp:nvSpPr>
        <dsp:cNvPr id="0" name=""/>
        <dsp:cNvSpPr/>
      </dsp:nvSpPr>
      <dsp:spPr>
        <a:xfrm>
          <a:off x="5730591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Real-world applicability for smart-campus and IoT networks</a:t>
          </a:r>
        </a:p>
      </dsp:txBody>
      <dsp:txXfrm>
        <a:off x="5730591" y="24522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98F81-B91B-7447-9E83-8DE722BA004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750F1-D1A4-BD48-8B9F-E38FB8DE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2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B750F1-D1A4-BD48-8B9F-E38FB8DEAB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71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6CDFDEC5-EFF6-3694-A0FD-DA0975A529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57" t="6484" r="24875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4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Smart Campus Wi-Fi Optimizer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1400"/>
              <a:t>A Design &amp; Analysis of Algorithms (DAA) Project</a:t>
            </a:r>
          </a:p>
          <a:p>
            <a:pPr algn="l">
              <a:lnSpc>
                <a:spcPct val="90000"/>
              </a:lnSpc>
            </a:pPr>
            <a:r>
              <a:rPr lang="en-IN" sz="1400"/>
              <a:t>By: Swati Kundu &amp; Arya Bodkhe</a:t>
            </a:r>
          </a:p>
          <a:p>
            <a:pPr algn="l">
              <a:lnSpc>
                <a:spcPct val="90000"/>
              </a:lnSpc>
            </a:pPr>
            <a:r>
              <a:rPr lang="en-IN" sz="1400"/>
              <a:t>Tech Stack: Python | Streamlit | NumPy | Pandas | Matplotlib | SciPy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solidFill>
                  <a:srgbClr val="FFFFFF"/>
                </a:solidFill>
              </a:rPr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D2D3A2-36B1-B7BD-A709-8D9F1BFEE3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5021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82CBC9E-01AF-5697-6DB8-8DF4B6F082FC}"/>
              </a:ext>
            </a:extLst>
          </p:cNvPr>
          <p:cNvSpPr txBox="1"/>
          <p:nvPr/>
        </p:nvSpPr>
        <p:spPr>
          <a:xfrm>
            <a:off x="4435267" y="1546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solidFill>
                  <a:srgbClr val="FFFFFF"/>
                </a:solidFill>
              </a:rPr>
              <a:t>Algorithms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478E6F-C830-556C-8418-DF9265C04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24847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solidFill>
                  <a:srgbClr val="FFFFFF"/>
                </a:solidFill>
              </a:rPr>
              <a:t>Technologies &amp;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16B777-2458-F8F5-EA83-8BF9AB955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41738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solidFill>
                  <a:srgbClr val="FFFFFF"/>
                </a:solidFill>
              </a:rPr>
              <a:t>Working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EB2B14-41B1-A5E4-F0D8-F3722DCD7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99269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solidFill>
                  <a:srgbClr val="FFFFFF"/>
                </a:solidFill>
              </a:rPr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49F291-B2C0-A3B6-AA38-924FB76E93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95118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 b="1" dirty="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9D8C71F-BDA2-5AD7-4514-8B4A1D1B7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89298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273</Words>
  <Application>Microsoft Macintosh PowerPoint</Application>
  <PresentationFormat>On-screen Show (4:3)</PresentationFormat>
  <Paragraphs>41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Smart Campus Wi-Fi Optimizer Dashboard</vt:lpstr>
      <vt:lpstr>Objective</vt:lpstr>
      <vt:lpstr>Algorithms Used</vt:lpstr>
      <vt:lpstr>Technologies &amp; Tools</vt:lpstr>
      <vt:lpstr>Working Process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 ABHAY</cp:lastModifiedBy>
  <cp:revision>3</cp:revision>
  <dcterms:created xsi:type="dcterms:W3CDTF">2013-01-27T09:14:16Z</dcterms:created>
  <dcterms:modified xsi:type="dcterms:W3CDTF">2025-11-03T17:38:42Z</dcterms:modified>
  <cp:category/>
</cp:coreProperties>
</file>